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+0.185</a:t>
            </a:r>
          </a:p>
          <a:p>
            <a:r>
              <a:t>[+0.065, +0.423].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The Safety-Guard Benchmark
Chooses the Winner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Measuring, tuning, and composing small safety guards
in high-compliance regulated domains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Three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Does fine-tuning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we recover it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Three acts, one thesis: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956048"/>
            <a:ext cx="30480" cy="841248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4956048"/>
            <a:ext cx="30480" cy="841248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4956048"/>
            <a:ext cx="30480" cy="841248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070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also chooses the 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cell, reported as such.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
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
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A FLOOR, NOT A CEILING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AP resolution, so this comparison handicaps the hosted model. A frontier number above a local one is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a 1.5B guard beats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.948 vs .741.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Qwen2.5-1.5B SFT on prompt_injections against the hosted reference. Paired +0.185 [+0.065, +0.423], and a ranking win rather than a threshold placement — AUROC 0.9928 vs 0.8731. 5 of 12 represented cells clear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
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
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