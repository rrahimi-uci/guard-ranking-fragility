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the report's Act I operating-point table</a:t>
            </a:r>
          </a:p>
          <a:p>
            <a:r>
              <a:t>(per-benchmark deltas and the 5%-FPR point) and its worked G0/D1 case-study figure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the report's matched-false-alarm-budget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image, one panel per question, and it is the same Figure 1</a:t>
            </a:r>
          </a:p>
          <a:p>
            <a:r>
              <a:t>the report opens with — Table 1 there states these four answers with their estimands and</a:t>
            </a:r>
          </a:p>
          <a:p>
            <a:r>
              <a:t>evidence tiers. The rest of the talk derives them left to right.</a:t>
            </a:r>
          </a:p>
          <a:p/>
          <a:p>
            <a:r>
              <a:t>Two panels need the honest qualifier said out loud. Q3 is point estimates, and five of the</a:t>
            </a:r>
          </a:p>
          <a:p>
            <a:r>
              <a:t>six pairwise mortgage CI comparisons overlap: the claim is NOT "SmolLM3 is the best domain</a:t>
            </a:r>
          </a:p>
          <a:p>
            <a:r>
              <a:t>guard," it is that the identity of the winner depends on which benchmark you ask — a</a:t>
            </a:r>
          </a:p>
          <a:p>
            <a:r>
              <a:t>statement about the measuring instrument, not about the models. And Q4's left bar (the</a:t>
            </a:r>
          </a:p>
          <a:p>
            <a:r>
              <a:t>tuned panel ahead on sources it names) is a POST HOC summary over three purposively chosen</a:t>
            </a:r>
          </a:p>
          <a:p>
            <a:r>
              <a:t>corpora that does not survive reweighting; the right bar, hosted ahead off-manifest, is the</a:t>
            </a:r>
          </a:p>
          <a:p>
            <a:r>
              <a:t>sturdier of the two. Do not let the reversal be heard as "small guards beat the frontier."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the report's matched-false-alarm-budget table)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verify`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the calibration-targeted operating-point table is</a:t>
            </a:r>
          </a:p>
          <a:p>
            <a:r>
              <a:t>what a practitioner who calibrated each guard separately would actually deploy, and the</a:t>
            </a:r>
          </a:p>
          <a:p>
            <a:r>
              <a:t>matched-budget table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"+0.111, LCB +0.070" means the estimate is +0.111</a:t>
            </a:r>
          </a:p>
          <a:p>
            <a:r>
              <a:t>and it stayed above +0.070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[+0.042, +0.389].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8595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Benchmark Gains Do Not Guarantee Transfer:</a:t>
            </a:r>
            <a:br/>
            <a:r>
              <a:rPr sz="3800" b="1" i="0">
                <a:solidFill>
                  <a:srgbClr val="EEF2F8"/>
                </a:solidFill>
                <a:latin typeface="Cambria"/>
              </a:rPr>
              <a:t>Fine-Tuning Small Language Model Safety 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Paired same-checkpoint evidence across represented and held-out traffic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verify (generated artifacts)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Four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 benchmark gains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transfer be recovered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0564F"/>
                </a:solidFill>
                <a:latin typeface="Calibri"/>
              </a:rPr>
              <a:t>Should you run a small guard at all?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questions, four answers —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6023"/>
            <a:ext cx="10874959" cy="26875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754880"/>
            <a:ext cx="30480" cy="1005840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Q1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Tuning buys the benchmark: +0.32 represented, −0.06 transfer — and at an equal alarm budget the transfer-recall gain reverses on all four.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4754880"/>
            <a:ext cx="30480" cy="100584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Q2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Averaging a base with its own adapter recovers +0.076 of that transfer, for one extra inference pass and no retraining.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4754880"/>
            <a:ext cx="30480" cy="1005840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Q3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4754880"/>
            <a:ext cx="30480" cy="100584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0564F"/>
                </a:solidFill>
                <a:latin typeface="Calibri"/>
              </a:rPr>
              <a:t>Q4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Which is better reverses with the traffic: hosted ahead by +0.109 off-manifest, the tuned panel ahead by +0.083 on sources it names.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CIs, and Q4's left bar is post hoc: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Our headline metric understates all of this.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macro-AP averages over the whole ranking. Re-read only inside the 5% budget, no cell flips sign but the transfer cost goes -0.059 → -0.174 pAUC (3.0×).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re-spaces the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analysis-preregistered ten-checkpoint study the same trade costs −0.034, whose lower bound (−0.062) fails the −0.02 non-inferiority margin: RQ2 criterion NOT met.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CRITERION MET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+0.111 (LCB +0.070) and the gain is concentrated relative to held-out (+0.183, LCB +0.137). Both registered criteria are met on the purpose-built panel.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CRITERION FAILS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(+0.047, LCB +0.032) — but its represented cost (−0.034, LCB −0.062)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5/4 = 1.25×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COARSELY RESOLVED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how finely its ranking resolves, which bounds precision without fixing a direction: read the gap as coarse, not as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[+0.013, +0.157] — excludes zero. In AP, +0.039 [+0.015, +0.072]. Post-hoc descriptive summary, not a pre-specified test — but its weighting does not depend on which cell wins.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Per-source n is 67–451, so the intervals are wide and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</a:t>
            </a:r>
            <a:br/>
            <a:r>
              <a:rPr sz="1050" b="1" i="0">
                <a:solidFill>
                  <a:srgbClr val="8FD3B6"/>
                </a:solidFill>
                <a:latin typeface="Calibri"/>
              </a:rPr>
              <a:t>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</a:t>
            </a:r>
            <a:br/>
            <a:r>
              <a:rPr sz="1050" b="1" i="0">
                <a:solidFill>
                  <a:srgbClr val="E0564F"/>
                </a:solidFill>
                <a:latin typeface="Calibri"/>
              </a:rPr>
              <a:t>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 Gains Do Not Guarantee Transfer: Fine-Tuning Small Language Model Safety Guards</dc:title>
  <dc:subject>Research talk accompanying the unified report of the same name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