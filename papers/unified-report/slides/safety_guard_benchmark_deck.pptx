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The Safety-Guard Benchmark
Chooses the Winner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Measuring, tuning, and composing small safety guards
in high-compliance regulated domains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Three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Does fine-tuning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we recover it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Three acts, one thesis: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956048"/>
            <a:ext cx="30480" cy="841248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4956048"/>
            <a:ext cx="30480" cy="841248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4956048"/>
            <a:ext cx="30480" cy="841248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also chooses the 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cell, reported as such.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
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
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
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
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