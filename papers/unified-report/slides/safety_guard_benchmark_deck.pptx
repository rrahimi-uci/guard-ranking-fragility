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analysis-preregistered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Table 4 and Figure 8 of the</a:t>
            </a:r>
          </a:p>
          <a:p>
            <a:r>
              <a:t>report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Table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image, one panel per question, and it is the same Figure 1</a:t>
            </a:r>
          </a:p>
          <a:p>
            <a:r>
              <a:t>the report opens with — Table 1 there states these four answers with their estimands and</a:t>
            </a:r>
          </a:p>
          <a:p>
            <a:r>
              <a:t>evidence tiers. The rest of the talk derives them left to right.</a:t>
            </a:r>
          </a:p>
          <a:p/>
          <a:p>
            <a:r>
              <a:t>Two panels need the honest qualifier said out loud. Q3 is point estimates, and five of the</a:t>
            </a:r>
          </a:p>
          <a:p>
            <a:r>
              <a:t>six pairwise mortgage CI comparisons overlap: the claim is NOT "SmolLM3 is the best domain</a:t>
            </a:r>
          </a:p>
          <a:p>
            <a:r>
              <a:t>guard," it is that the identity of the winner depends on which benchmark you ask — a</a:t>
            </a:r>
          </a:p>
          <a:p>
            <a:r>
              <a:t>statement about the measuring instrument, not about the models. And Q4's left bar (the</a:t>
            </a:r>
          </a:p>
          <a:p>
            <a:r>
              <a:t>tuned panel ahead on sources it names) is a POST HOC summary over three purposively chosen</a:t>
            </a:r>
          </a:p>
          <a:p>
            <a:r>
              <a:t>corpora that does not survive reweighting; the right bar, hosted ahead off-manifest, is the</a:t>
            </a:r>
          </a:p>
          <a:p>
            <a:r>
              <a:t>sturdier of the two. Do not let the reversal be heard as "small guards beat the frontier."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report Table 4)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verify`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Table 3 is what a practitioner who calibrated</a:t>
            </a:r>
          </a:p>
          <a:p>
            <a:r>
              <a:t>each guard separately would actually deploy, and Table 4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"+0.111, LCB +0.070" means the estimate is +0.111</a:t>
            </a:r>
          </a:p>
          <a:p>
            <a:r>
              <a:t>and it stayed above +0.070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nominally the MOST invariant.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</a:t>
            </a:r>
          </a:p>
          <a:p/>
          <a:p>
            <a:r>
              <a:t>The right-hand column USED to be an order-of-magnitude sketch. It no longer is: we measured</a:t>
            </a:r>
          </a:p>
          <a:p>
            <a:r>
              <a:t>gpt-5.4 on the same ExpGuard rows, and the numbers in the table are ours. The honest framing</a:t>
            </a:r>
          </a:p>
          <a:p>
            <a:r>
              <a:t>now is that both columns are throughput-regime measurements, so the ratio is sound but each</a:t>
            </a:r>
          </a:p>
          <a:p>
            <a:r>
              <a:t>is an upper bound on a single isolated request.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a reader is entitled to ask whether the whole small-guard programme</a:t>
            </a:r>
          </a:p>
          <a:p>
            <a:r>
              <a:t>is solving a problem a hosted API makes disappear. On external expert-annotated rows, the</a:t>
            </a:r>
          </a:p>
          <a:p>
            <a:r>
              <a:t>honest answer is that the hosted model is better, and by the largest margin anywhere in this</a:t>
            </a:r>
          </a:p>
          <a:p>
            <a:r>
              <a:t>report.</a:t>
            </a:r>
          </a:p>
          <a:p/>
          <a:p>
            <a:r>
              <a:t>Exact figures: gpt-5.4 (low) .896 against Qwen3-32B .830,</a:t>
            </a:r>
          </a:p>
          <a:p>
            <a:r>
              <a:t>paired difference +0.066 with 95% interval [+0.043, +0.089]. Against the</a:t>
            </a:r>
          </a:p>
          <a:p>
            <a:r>
              <a:t>strongest Act I panel base it is +0.109 [+0.077, +0.139]. Paired row</a:t>
            </a:r>
          </a:p>
          <a:p>
            <a:r>
              <a:t>bootstrap on the rows both scored, so row difficulty cancels.</a:t>
            </a:r>
          </a:p>
          <a:p/>
          <a:p>
            <a:r>
              <a:t>Say the matched-budget point out loud; it is the same discipline as the Act I slide. And make</a:t>
            </a:r>
          </a:p>
          <a:p>
            <a:r>
              <a:t>the coarse-score concession unprompted -- it is the one place we disadvantaged the hosted</a:t>
            </a:r>
          </a:p>
          <a:p>
            <a:r>
              <a:t>model, and it makes the conclusion stronger rather than weaker.</a:t>
            </a:r>
          </a:p>
          <a:p/>
          <a:p>
            <a:r>
              <a:t>What this does NOT say: nothing about the mortgage dual-label construct, which is a different</a:t>
            </a:r>
          </a:p>
          <a:p>
            <a:r>
              <a:t>and harder task, and nothing about serving cost -- the previous slide has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turns Act I's specialization finding into a scaling law, and it is new</a:t>
            </a:r>
          </a:p>
          <a:p>
            <a:r>
              <a:t>evidence rather than a restatement.</a:t>
            </a:r>
          </a:p>
          <a:p/>
          <a:p>
            <a:r>
              <a:t>Left column: the two routes a reader will propose. Tuning helps only the weakest base and hurts</a:t>
            </a:r>
          </a:p>
          <a:p>
            <a:r>
              <a:t>4 of 6 on external held-out prompts. Scale moves in the right</a:t>
            </a:r>
          </a:p>
          <a:p>
            <a:r>
              <a:t>direction but an eightfold parameter increase bought slightly less than the gap that remained.</a:t>
            </a:r>
          </a:p>
          <a:p/>
          <a:p>
            <a:r>
              <a:t>Right column is the important one. Order the panel by how strong the base already was and the</a:t>
            </a:r>
          </a:p>
          <a:p>
            <a:r>
              <a:t>represented gain decays monotonically -- .528, .354, .313, .098, .076,</a:t>
            </a:r>
          </a:p>
          <a:p>
            <a:r>
              <a:t>+0.037 -- while the transfer cost grows and plateaus around minus .10 to</a:t>
            </a:r>
          </a:p>
          <a:p>
            <a:r>
              <a:t>minus .15. The tax is not fixed overhead; it is the price of forcing an already-capable base</a:t>
            </a:r>
          </a:p>
          <a:p>
            <a:r>
              <a:t>onto a narrow distribution.</a:t>
            </a:r>
          </a:p>
          <a:p/>
          <a:p>
            <a:r>
              <a:t>The 32B row was the objection we went and measured: someone will say a tuned big model beats an</a:t>
            </a:r>
          </a:p>
          <a:p>
            <a:r>
              <a:t>untuned one. It does not. Untuned .9533/.9620 against</a:t>
            </a:r>
          </a:p>
          <a:p>
            <a:r>
              <a:t>tuned .9903/.8447.</a:t>
            </a:r>
          </a:p>
          <a:p/>
          <a:p>
            <a:r>
              <a:t>Caveat to state if pushed: comparing a 32B base to a tuned 4B is a deployment-choice contrast,</a:t>
            </a:r>
          </a:p>
          <a:p>
            <a:r>
              <a:t>not a controlled one at fixed size. What the tuned-32B cell establishes is narrower -- at that</a:t>
            </a:r>
          </a:p>
          <a:p>
            <a:r>
              <a:t>size, on this recipe and data, tuning is not where the next increment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that the previous one was asking the wrong question.</a:t>
            </a:r>
          </a:p>
          <a:p/>
          <a:p>
            <a:r>
              <a:t>Tuning and scale both failed to close the gap because the gap is not a capacity gap. Split the</a:t>
            </a:r>
          </a:p>
          <a:p>
            <a:r>
              <a:t>same five corpora by whether the source was in the training manifest and the ordering inverts:</a:t>
            </a:r>
          </a:p>
          <a:p>
            <a:r>
              <a:t>on represented sources Qwen2.5-1.5B — a 1.5B model — reaches .948 against</a:t>
            </a:r>
          </a:p>
          <a:p>
            <a:r>
              <a:t>the hosted .741, paired difference +0.207</a:t>
            </a:r>
          </a:p>
          <a:p>
            <a:r>
              <a:t>[+0.042, +0.389]. AUROC 0.9928 against 0.8731 confirms it</a:t>
            </a:r>
          </a:p>
          <a:p>
            <a:r>
              <a:t>is the ranking, not the threshold.</a:t>
            </a:r>
          </a:p>
          <a:p/>
          <a:p>
            <a:r>
              <a:t>Represented = jailbreak_classification, prompt_injections, toxicchat, read from the training manifest rather than asserted.</a:t>
            </a:r>
          </a:p>
          <a:p/>
          <a:p>
            <a:r>
              <a:t>The join is worth mentioning if anyone asks why this was not in the earlier tables: the two</a:t>
            </a:r>
          </a:p>
          <a:p>
            <a:r>
              <a:t>runs hash row identities differently — raw bytes on one side, NFC-normalised on the other — so</a:t>
            </a:r>
          </a:p>
          <a:p>
            <a:r>
              <a:t>re-deriving both digests from the local corpus was what made the comparison possible at all.</a:t>
            </a:r>
          </a:p>
          <a:p>
            <a:r>
              <a:t>100% of the panel's rows join.</a:t>
            </a:r>
          </a:p>
          <a:p/>
          <a:p>
            <a:r>
              <a:t>Do not oversell. This is retrospective on an inspected panel, the per-source samples are small,</a:t>
            </a:r>
          </a:p>
          <a:p>
            <a:r>
              <a:t>and one column (jailbreakbench) supports no comparison at all because the hosted model's own</a:t>
            </a:r>
          </a:p>
          <a:p>
            <a:r>
              <a:t>score ties so heavily that its threshold lands inside a tie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182880"/>
            <a:ext cx="4297680" cy="429768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92440" y="777240"/>
            <a:ext cx="3108960" cy="31089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1371600"/>
            <a:ext cx="1920240" cy="192024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18904" y="220370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E0564F"/>
                </a:solidFill>
                <a:latin typeface="Calibri"/>
              </a:rPr>
              <a:t>JAZZX AI   ·   RESEARCH REPORT   · 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8595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EF2F8"/>
                </a:solidFill>
                <a:latin typeface="Cambria"/>
              </a:rPr>
              <a:t>Benchmark Gains Do Not Guarantee Transfer:
Fine-Tuning Small Language Model Safety 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438144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Paired same-checkpoint evidence across represented and held-out traffic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paired, same-manifest panel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06824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frozen HMDA-grounded mortgage benchmark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0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expert-annotated external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70585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80176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JazzX AI, Los Altos, CA   ·   reza.rahimi@jazzx.ai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705856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D8F5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980176"/>
            <a:ext cx="5129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F9F"/>
                </a:solidFill>
                <a:latin typeface="Calibri"/>
              </a:rPr>
              <a:t>make verify (generated artifacts)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guard's benchmark score is not a property of the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Three things a rising benchmark number does not show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58768"/>
            <a:ext cx="10874959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292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EF2F8"/>
                </a:solidFill>
                <a:latin typeface="Calibri"/>
              </a:rPr>
              <a:t>Four questions on one fixed panel:   </a:t>
            </a:r>
            <a:r>
              <a:rPr sz="1150" b="1" i="0">
                <a:solidFill>
                  <a:srgbClr val="BFD8F5"/>
                </a:solidFill>
                <a:latin typeface="Calibri"/>
              </a:rPr>
              <a:t>Do benchmark gains transfer?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8FD3B6"/>
                </a:solidFill>
                <a:latin typeface="Calibri"/>
              </a:rPr>
              <a:t>Can transfer be recovered without retraining?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3C285"/>
                </a:solidFill>
                <a:latin typeface="Calibri"/>
              </a:rPr>
              <a:t>Does one score cover a regulated domain?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0564F"/>
                </a:solidFill>
                <a:latin typeface="Calibri"/>
              </a:rPr>
              <a:t>Should you run a small guard at all?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ONE 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questions, four answers — the benchmark co-produces the verdict</a:t>
            </a:r>
          </a:p>
        </p:txBody>
      </p:sp>
      <p:pic>
        <p:nvPicPr>
          <p:cNvPr id="6" name="Picture 5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6023"/>
            <a:ext cx="10874959" cy="268758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754880"/>
            <a:ext cx="30480" cy="1005840"/>
          </a:xfrm>
          <a:prstGeom prst="rect">
            <a:avLst/>
          </a:prstGeom>
          <a:solidFill>
            <a:srgbClr val="BFD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FD8F5"/>
                </a:solidFill>
                <a:latin typeface="Calibri"/>
              </a:rPr>
              <a:t>Q1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Tuning buys the benchmark: +0.32 represented, −0.06 transfer — and at an equal alarm budget the transfer-recall gain reverses on all four.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4754880"/>
            <a:ext cx="30480" cy="100584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8FD3B6"/>
                </a:solidFill>
                <a:latin typeface="Calibri"/>
              </a:rPr>
              <a:t>Q2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Averaging a base with its own adapter recovers +0.076 of that transfer, for one extra inference pass and no retraining.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4754880"/>
            <a:ext cx="30480" cy="1005840"/>
          </a:xfrm>
          <a:prstGeom prst="rect">
            <a:avLst/>
          </a:prstGeom>
          <a:solidFill>
            <a:srgbClr val="E3C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3C285"/>
                </a:solidFill>
                <a:latin typeface="Calibri"/>
              </a:rPr>
              <a:t>Q3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0264" y="4754880"/>
            <a:ext cx="30480" cy="100584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0564F"/>
                </a:solidFill>
                <a:latin typeface="Calibri"/>
              </a:rPr>
              <a:t>Q4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Which is better reverses with the traffic: hosted ahead by +0.109 off-manifest, the tuned panel ahead by +0.083 on sources it names.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925312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DAFC7"/>
                </a:solidFill>
                <a:latin typeface="Calibri"/>
              </a:rPr>
              <a:t>Point estimates with overlapping domain-arm CIs, and Q4's left bar is post hoc: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HOW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Compare each guard to its own base — never to another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078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Frozen 1,200-row manifest   ·   4 base checkpoints   ·   5 seeds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89504" y="221284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2374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FD8F5"/>
                </a:solidFill>
                <a:latin typeface="Calibri"/>
              </a:rPr>
              <a:t>LoRA-SFT  (one frozen recipe, identical row order)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89504" y="303580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34670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Identical single-token scorer:  s(x) = z_unsafe − z_safe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889504" y="385876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966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Score on represented sources  +  held-out transfer sources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89504" y="468172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992624"/>
            <a:ext cx="4617720" cy="475488"/>
          </a:xfrm>
          <a:prstGeom prst="rect">
            <a:avLst/>
          </a:prstGeom>
          <a:solidFill>
            <a:srgbClr val="331A1C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Δ  =  guard  −  its OWN base,  on the same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1664208"/>
            <a:ext cx="578175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Single-token logit-difference head.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Macro average precision.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Two regimes, kept apart.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Paired hierarchical bootstrap.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51576" y="4864608"/>
            <a:ext cx="5781751" cy="117043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FINE-TUNING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large represented gain that does not transfer</a:t>
            </a:r>
          </a:p>
        </p:txBody>
      </p:sp>
      <p:pic>
        <p:nvPicPr>
          <p:cNvPr id="6" name="Picture 5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968"/>
            <a:ext cx="5989320" cy="3803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7728" y="1664208"/>
            <a:ext cx="45655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BFD8F5"/>
                </a:solidFill>
                <a:latin typeface="Cambr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08A7F"/>
                </a:solidFill>
                <a:latin typeface="Cambr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held-out transfer macro-AP   [−0.0837, −0.0321]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8" y="3346704"/>
            <a:ext cx="4565599" cy="118872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It pools effects that point in opposite directions: +0.0400 for SmolLM2-1.7B against −0.1499 for Qwen3-4B. Read the per-checkpoint column, not the bottom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4700016"/>
            <a:ext cx="45655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Everyone reaches the same ceiling.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Losses are concentrated.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HOW GENERAL IS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15 of 20 guards land in the specialize quadrant</a:t>
            </a:r>
          </a:p>
        </p:txBody>
      </p:sp>
      <p:pic>
        <p:nvPicPr>
          <p:cNvPr id="6" name="Picture 5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5599551" cy="404164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48272" y="1682496"/>
          <a:ext cx="4785054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8474"/>
                <a:gridCol w="2392527"/>
                <a:gridCol w="77405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48272" y="3182112"/>
            <a:ext cx="47850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SFT never simply degrades the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5 uniform gains are the weak bases.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Four SmolLM2 seeds plus one Qwen2.5 seed — the two checkpoints with the least transfer skill to lose.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Stable within checkpoint.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Qwen3-4B seed is a substantial transfer loss; every SmolLM2 seed a represented 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8272" y="4992624"/>
            <a:ext cx="4785055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Specialization is the dominant outcome on this panel — but it is not universal, and the exceptions are predictable from base strength.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IT COSTS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Ranking is threshold-free. Deployment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Upper: each guard at its own 5%-FPR calibrated threshold.  Lower: the same rows re-read at an equal false-alarm budget</a:t>
            </a:r>
          </a:p>
        </p:txBody>
      </p:sp>
      <p:pic>
        <p:nvPicPr>
          <p:cNvPr id="7" name="Picture 6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9475"/>
            <a:ext cx="7360920" cy="380706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84464" y="1609344"/>
            <a:ext cx="3248863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4" y="3291840"/>
            <a:ext cx="324886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At an equal alarm budget, the gain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Off-distribution is not the explanation.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threshold did not transfer.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cutoff that looked safe in calibration is not the cutoff you get in the field.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DEPLOYMENT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prevalence you serve re-spaces the 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Every AP so far is measured on a balanced pool. Real inbound traffic is overwhelmingly benign.</a:t>
            </a:r>
          </a:p>
        </p:txBody>
      </p:sp>
      <p:pic>
        <p:nvPicPr>
          <p:cNvPr id="7" name="Picture 6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28889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78624" y="1609344"/>
            <a:ext cx="4254703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exact in the guard's own ROC — no new model runs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78624" y="2578608"/>
          <a:ext cx="4254702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3444"/>
                <a:gridCol w="1215629"/>
                <a:gridCol w="121562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78624" y="4206240"/>
            <a:ext cx="425470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lower two swap.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Qwen2.5 leads SmolLM2 at balance and trails it once positives are rare.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78624" y="4864608"/>
            <a:ext cx="4254703" cy="100584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Anti-forgetting KL is a tradeoff dial, not a free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One line added to the loss:  L = CE(verdict) + β · KL( π_θ ‖ π_base ),  evaluated on the completion tokens</a:t>
            </a:r>
          </a:p>
        </p:txBody>
      </p:sp>
      <p:pic>
        <p:nvPicPr>
          <p:cNvPr id="7" name="Picture 6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7635" y="1591056"/>
            <a:ext cx="6896425" cy="296265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81728"/>
            <a:ext cx="5300319" cy="10607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At β=0.5, transfer macro-AP rises +0.061 on average versus plain SFT — no second model in memory, no base retraining, no extra inference pass.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681728"/>
            <a:ext cx="5300319" cy="106070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Represented macro-AP falls −0.035 here. In the analysis-preregistered ten-checkpoint study the same trade costs −0.034, whose lower bound (−0.062) fails the −0.02 non-inferiority margin: RQ2 criterion NOT met.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PREREGISTERED  ·  10 CHECKPOINTS, 6 MODEL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Released, purpose-built guards specialize too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Estimands, decision rules, non-inferiority margin and interpretation wording were committed to a claim registry before any score existed</a:t>
            </a:r>
          </a:p>
        </p:txBody>
      </p:sp>
      <p:pic>
        <p:nvPicPr>
          <p:cNvPr id="7" name="Picture 6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62748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627632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18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8FD3B6"/>
                </a:solidFill>
                <a:latin typeface="Calibri"/>
              </a:rPr>
              <a:t>RQ1  ·  CRITERION MET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SFT raises represented macro-AP +0.111 (LCB +0.070) and the gain is concentrated relative to held-out (+0.183, LCB +0.137). Both registered criteria are met on the purpose-built panel.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1627632"/>
            <a:ext cx="50292" cy="118872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568" y="2944368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33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E0564F"/>
                </a:solidFill>
                <a:latin typeface="Calibri"/>
              </a:rPr>
              <a:t>RQ2  ·  CRITERION FAILS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KL-SFT does preserve transfer (+0.047, LCB +0.032) — but its represented cost (−0.034, LCB −0.062) misses the −0.02 margin. A genuine trade, not a free lunch.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944368"/>
            <a:ext cx="50292" cy="118872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4297680"/>
            <a:ext cx="35597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Not a general-model artifact.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One null cell — our bug, not their model.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Llama-Guard-3-1B returned one score for every row: two harness bugs, since fixed. Retained at zero, which dilutes every number here by 5/4 = 1.25\times and only makes the verdicts harder to reach.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REPAIR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Put the base back in the room at decision time</a:t>
            </a:r>
          </a:p>
        </p:txBody>
      </p:sp>
      <p:pic>
        <p:nvPicPr>
          <p:cNvPr id="6" name="Picture 5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62822"/>
            <a:ext cx="6172200" cy="36432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627632"/>
            <a:ext cx="4401007" cy="841248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equal weights fixed in advance · per-model calibrators fit on a dev split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40100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+0.076 transfer vs the SFT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−0.019 represented.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Best worst-regime scorer.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min(represented, transfer) = 0.883, beating the base's 0.658 and SFT's 0.807.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4846320"/>
            <a:ext cx="4401007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THE EQUAL-COST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It is the base that helps — not a second scorer</a:t>
            </a:r>
          </a:p>
        </p:txBody>
      </p:sp>
      <p:pic>
        <p:nvPicPr>
          <p:cNvPr id="6" name="Picture 5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1631"/>
            <a:ext cx="5806440" cy="3577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84848" y="1609344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A falsifiable prediction.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It does not.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3218688"/>
            <a:ext cx="4748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AND RANKING IS NOT CALIBRATION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84848" y="3529584"/>
          <a:ext cx="474847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82826"/>
                <a:gridCol w="1055217"/>
                <a:gridCol w="1055217"/>
                <a:gridCol w="105521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84848" y="4956048"/>
            <a:ext cx="4748479" cy="8595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REGULATED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General safety  ≠  domain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 frozen, HMDA-grounded mortgage benchmark: 994 rows, each carrying two separately assigned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9616" y="1737360"/>
            <a:ext cx="1435608" cy="1435608"/>
          </a:xfrm>
          <a:prstGeom prst="rect">
            <a:avLst/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FD3B6"/>
                </a:solidFill>
                <a:latin typeface="Calibri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benign — must not flag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2980944" y="1737360"/>
            <a:ext cx="1435608" cy="1435608"/>
          </a:xfrm>
          <a:prstGeom prst="rect">
            <a:avLst/>
          </a:prstGeom>
          <a:solidFill>
            <a:srgbClr val="0C1424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6B7F9F"/>
                </a:solidFill>
                <a:latin typeface="Calibri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general harm only —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reads safe, is a violation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0944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bad on both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37360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0
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186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1
intervene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0   looks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1   generally unsafe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82496"/>
            <a:ext cx="6687007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EEF2F8"/>
                </a:solidFill>
                <a:latin typeface="Calibri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72384"/>
            <a:ext cx="66870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G0/D1 is the payload.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Two labels, not one merged verdict.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Nested, not crossed, in v1.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4956048"/>
            <a:ext cx="6687007" cy="80467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ONE ROW,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polite request that no general-safety guard has a label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Row MGB-UD-00020 of the frozen public-test split  ·  gold G = safe,  D = intervene,  difficulty hard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27632"/>
            <a:ext cx="1087495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EF2F8"/>
                </a:solidFill>
                <a:latin typeface="Calibri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The violation is entirely in the framing: </a:t>
            </a:r>
            <a:r>
              <a:rPr sz="1200" b="0" i="0">
                <a:solidFill>
                  <a:srgbClr val="6B7F9F"/>
                </a:solidFill>
                <a:latin typeface="Calibri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529584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3529584"/>
            <a:ext cx="3212287" cy="129844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956048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Ranks carry the claim, not values.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TWO RESULTS WE DID NOT WANT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We built a fairness gate. It does not survive its own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THE PROTECTED-PAIR GATE</a:t>
            </a:r>
          </a:p>
        </p:txBody>
      </p:sp>
      <p:pic>
        <p:nvPicPr>
          <p:cNvPr id="7" name="Picture 6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839" y="1920240"/>
            <a:ext cx="4515944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45152"/>
            <a:ext cx="5272887" cy="13167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439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8FD3B6"/>
                </a:solidFill>
                <a:latin typeface="Calibri"/>
              </a:rPr>
              <a:t>EXTERNAL VALIDATION  ·  EXPGUARD</a:t>
            </a:r>
          </a:p>
        </p:txBody>
      </p:sp>
      <p:pic>
        <p:nvPicPr>
          <p:cNvPr id="10" name="Picture 9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667" y="1920240"/>
            <a:ext cx="4164432" cy="26151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0439" y="4645152"/>
            <a:ext cx="5272887" cy="13167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law: 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WHY SELF-HOST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One forward pass, inside your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An inline guard runs on every request, so its own latency and cost sit on the critical path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5051"/>
            <a:ext cx="6035040" cy="359762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86016" y="1627632"/>
          <a:ext cx="454731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809"/>
                <a:gridCol w="1583760"/>
                <a:gridCol w="170374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1,553 ms P50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$0.80 / 1k prompts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6016" y="4407408"/>
            <a:ext cx="45473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Latency tracks model size, not decode budget.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6016" y="5175504"/>
            <a:ext cx="4547311" cy="7315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Batched per-row times at batch 16 on one A100 — throughput-latency, not a batch-1 SLA. The hosted column is now measured too (77× the median), at concurrency 200 — also a throughput regime, so an upper bound per request.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EXTERNAL REFERENCE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hosted frontier model is a materially better ranker on the same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ExpGuard, 2,275 expert-annotated finance/health/law prompts · recall at a matched 5% false-alarm budget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27632"/>
          <a:ext cx="594359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822"/>
                <a:gridCol w="1394177"/>
                <a:gridCol w="1174044"/>
                <a:gridCol w="146755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TPR@5%FPR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gpt-5.4 (low)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564F"/>
                          </a:solidFill>
                          <a:latin typeface="Calibri"/>
                        </a:rPr>
                        <a:t>.896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.9773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hosted API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8FD3B6"/>
                          </a:solidFill>
                          <a:latin typeface="Calibri"/>
                        </a:rPr>
                        <a:t>.830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.9633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.809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SmolLM3-3B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.787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22008" y="1627632"/>
            <a:ext cx="46113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Paired, on identical rows.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+0.066 TPR [+0.043, +0.089] against the strongest open guard; +0.109 [+0.077, +0.139] against the strongest Act I base. Both intervals exclude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Matched budget, not each model's own verdict.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hosted configs sit at 2.3–3.4% FPR by themselves; comparing recall there would flatter them for alarming less, not for discriminating better.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8" y="3749040"/>
            <a:ext cx="4611319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THE GAP IS A FLOOR, NOT A CEILING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The hosted score is a coarse integer 0–100 risk — 47–65 distinct values over 2,275 rows. Heavy ties cap AP resolution, so this comparison handicaps the hosted model. A frontier number above a local one is conservative.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TWO ROUTES THAT DO NOT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Tuning does not close it, and neither does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Both tested on the same rows, at the same matched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Tuning: 4 of 6 checkpoints got worse.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+0.122 on SmolLM2-1.7B, the weakest base; -0.059 on SmolLM3-3B. Mean +0.005 — a small number hiding swings ten times its size.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Scale: 8× the parameters bought +0.062.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4B → 32B, interval [+0.039, +0.084]. The gap still left to hosted is +0.066 — about as much as scaling bought.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4B → 8B bought nothing.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-0.020 [-0.050, +0.001]; the interval includes zero, so read it as no gain rather than a loss.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7871.5" y="1627632"/>
          <a:ext cx="5245454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912"/>
                <a:gridCol w="1271625"/>
                <a:gridCol w="1412917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Base (represented AP)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repr.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transfer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SmolLM2-1.7B  (.452)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+0.528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+0.040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Qwen2.5-1.5B  (.633)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+0.354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−0.039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SmolLM3-3B  (.662)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+0.313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−0.087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Qwen3-4B  (.885)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+0.098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−0.150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Qwen3-8B  (.905)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−0.101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Qwen3-32B  (.953)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-0.117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078224"/>
            <a:ext cx="10874959" cy="8595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SPECIALIZATION TAX SCALES WITH THE BASE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Ordered by base strength, SFT's represented gain decays monotonically while its transfer cost grows. Tuning Qwen3-32B buys +0.037 represented and costs -0.117 transfer — and moves its ExpGuard recall -0.020, the wrong way. For a guardrail, whose job is the traffic nobody anticipated, that is a bad trade at any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GAP IS A REGIME, NOT A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sources it represents, the panel ranks better than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Five corpora scored by both sides, joined by row hash, at the same 5%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Represented sources: +0.083 in the panel's favour.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Equal-source, equal-checkpoint mean paired difference against the hosted reference, 95% CI [+0.013, +0.157] — excludes zero. In AP, +0.039 [+0.015, +0.072]. Post-hoc descriptive summary, not a pre-specified test — but its weighting does not depend on which cell wins.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Transfer sources: the ordering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.967 for the hosted model against .917 for Qwen3-4B base — and the best local guard there is untuned. Tuning is what costs it the position.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7871" y="1627632"/>
            <a:ext cx="5245455" cy="113385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WHY TUNING AND SCALE COULD NOT CLOSE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They were aimed at the wrong quantity. The gap is not capacity the student lacks; it is the price of being asked about traffic nobody put in the manifest.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7871" y="2907792"/>
            <a:ext cx="5245455" cy="109728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LICENSES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Not “small guards match the frontier”. Only: on distributions an operator can enumerate, a small self-hosted guard wins at a matched alarm budget — a deployment property, not a capability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133088"/>
            <a:ext cx="10874959" cy="84124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WITH THESE LIMITS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Per-source n is 67–451, so the intervals are wide and no per-cell ordering is a ranking. Retrospective and estimation-only: these rows and this panel were inspected during development. And id_test is held out by row, not by content — 1.6–5.0% of each represented split sits within Jaccard 0.70 of a training row.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Gate candidates, not leaderboards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base · SFT · KL-SFT · composition — with checkpoint, prompt, calibrator, threshold rule, owner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20924" y="2286000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separately, on target-regime calibration data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20924" y="3163824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paired rows, one shot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20924" y="4041648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18263D"/>
          </a:solidFill>
          <a:ln w="12700">
            <a:solidFill>
              <a:srgbClr val="8FD3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FD3B6"/>
                </a:solidFill>
                <a:latin typeface="Calibri"/>
              </a:rPr>
              <a:t>all pass  →  shadow, canary,
monitor, rollback-ready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331A1C"/>
          </a:solidFill>
          <a:ln w="12700">
            <a:solidFill>
              <a:srgbClr val="E05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any gate missing  →  NO SHIP
(a missing gate is a failure)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1627632"/>
            <a:ext cx="593719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Never rank guards on a single leaderboard.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Always compare a tune to its own base — at a matched false-alarm rate.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delta against other models hides the transfer cost; a recall compared at unequal alarm rates hides its 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Treat KL-β as a dial, not a default.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It buys transfer at a real represented cost that failed our preregistered margin.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Compose to repair, not to upgrade.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Rank recovery is never threshold reuse.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In a regulated domain, build the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dual-labeled domain set plus an invariance check — and audit the gate as hard as the guards.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96128" y="4864608"/>
            <a:ext cx="5937199" cy="1042415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Benchmark Gains Do Not Guarantee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THIS CONTRIBUTES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things we can defend, and what would make them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28203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paired, same-checkpoint estimand.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matched-alarm-budget read.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Cheap, almost never done, and it reverses a headline: transfer recall 0.517 → 0.217 at an equal false-alarm budget.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Negative results kept as results.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preregistered study fails its own second criterion. The fairness probe we built fails its own audit. An accidental repeat gave us a measured reproduction noise floor that bounds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released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v1_hmda2022 — 994 dual-labeled rows, CC BY 4.0 — plus text-free per-row scores and one command that regenerates the covered tables and prints the coverage it did NOT achieve.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295" y="1591056"/>
            <a:ext cx="5282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WHAT WOULD MAKE IT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1295" y="1956816"/>
            <a:ext cx="528203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1 · A prospectively locked run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2 · Environment-controlled replication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3 · Decompose the transfer loss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4 · Finish the mortgage instrument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SME adjudication, the empty G1/D0 quadrant, and the 39 unscored protected pairs.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5 · Close the loop to the policy source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supply the policy explicitly, and route an observably invalid packet to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4663440"/>
            <a:ext cx="5282031" cy="9326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Prefer the measurement that can be wrong in a detectable way. Everything above that survived did so because some check was built to fail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