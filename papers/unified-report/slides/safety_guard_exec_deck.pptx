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changes the recommendation, so do not rush it.</a:t>
            </a:r>
          </a:p>
          <a:p/>
          <a:p>
            <a:r>
              <a:t>Slide 4 said hosted is about ten points better. True -- on prompts nobody anticipated. This</a:t>
            </a:r>
          </a:p>
          <a:p>
            <a:r>
              <a:t>slide says that on sources we can enumerate in a training manifest the ordering inverts, and a</a:t>
            </a:r>
          </a:p>
          <a:p>
            <a:r>
              <a:t>our tuned guards rank BETTER on average: the equal-source mean difference is</a:t>
            </a:r>
          </a:p>
          <a:p>
            <a:r>
              <a:t>+0.083, 95% interval [+0.013, +0.157], which excludes zero. In AP it is</a:t>
            </a:r>
          </a:p>
          <a:p>
            <a:r>
              <a:t>+0.039 [+0.015, +0.072].</a:t>
            </a:r>
          </a:p>
          <a:p/>
          <a:p>
            <a:r>
              <a:t>Be careful with single benchmarks here, and say this before anyone asks. The most eye-catching</a:t>
            </a:r>
          </a:p>
          <a:p>
            <a:r>
              <a:t>cell is a Qwen2.5-1.5B guard at .948 against .741 on</a:t>
            </a:r>
          </a:p>
          <a:p>
            <a:r>
              <a:t>prompt_injections. That cell is the largest of 12, so quoting its own interval</a:t>
            </a:r>
          </a:p>
          <a:p>
            <a:r>
              <a:t>overstates it: 3 of 12 cells clear zero on their own, and</a:t>
            </a:r>
          </a:p>
          <a:p>
            <a:r>
              <a:t>0 survive a familywise correction. The average is the number to defend, not</a:t>
            </a:r>
          </a:p>
          <a:p>
            <a:r>
              <a:t>the best cell.</a:t>
            </a:r>
          </a:p>
          <a:p/>
          <a:p>
            <a:r>
              <a:t>Represented sources here are jailbreak_classification, prompt_injections, toxicchat. Held-out sources are the ones we never</a:t>
            </a:r>
          </a:p>
          <a:p>
            <a:r>
              <a:t>trained on, and there the hosted model leads.</a:t>
            </a:r>
          </a:p>
          <a:p/>
          <a:p>
            <a:r>
              <a:t>Two honest caveats, offered before they are asked. Per-source samples are small (67 to 451</a:t>
            </a:r>
          </a:p>
          <a:p>
            <a:r>
              <a:t>rows), so read the direction rather than the exact margin. And this is retrospective analysis</a:t>
            </a:r>
          </a:p>
          <a:p>
            <a:r>
              <a:t>on a panel we inspected while building the method -- it is a strong signal, not a sealed</a:t>
            </a:r>
          </a:p>
          <a:p>
            <a:r>
              <a:t>confirmatory result.</a:t>
            </a:r>
          </a:p>
          <a:p/>
          <a:p>
            <a:r>
              <a:t>The business consequence: we do not need to beat the frontier everywhere to stop paying per</a:t>
            </a:r>
          </a:p>
          <a:p>
            <a:r>
              <a:t>prompt. We need to know which slice of traffic we can characterise, self-host that, and buy</a:t>
            </a:r>
          </a:p>
          <a:p>
            <a:r>
              <a:t>hosted capacity only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84% against the</a:t>
            </a:r>
          </a:p>
          <a:p>
            <a:r>
              <a:t>blend's 85% -- it does NOT beat the blend, it very nearly matches it for a</a:t>
            </a:r>
          </a:p>
          <a:p>
            <a:r>
              <a:t>sixteenth of the compute and no labelled data. If challenged on this, the honest line is that</a:t>
            </a:r>
          </a:p>
          <a:p>
            <a:r>
              <a:t>the blend is still the in-house ceiling; escalation is the cheaper route to almost the same place.</a:t>
            </a:r>
          </a:p>
          <a:p>
            <a:r>
              <a:t>An earlier version of this slide printed 87% here and claimed escalation beat the blend, which</a:t>
            </a:r>
          </a:p>
          <a:p>
            <a:r>
              <a:t>reversed the ordering.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</a:t>
            </a:r>
            <a:br/>
            <a:r>
              <a:rPr sz="4000" b="1" i="0">
                <a:solidFill>
                  <a:srgbClr val="EEF2F8"/>
                </a:solidFill>
                <a:latin typeface="Cambria"/>
              </a:rPr>
              <a:t>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Twenty-four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“Benchmark Gains Do Not Guarantee Transfer: Fine-Tuning Small Language Model Safety Guards” —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about half of the unsafe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COARSELY RESOLVED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bounds precision without fixing a direction — a finer score could order a tied block either way — so do not read the gap as conservative.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BUT BETTER AT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traffic we can describe in advance, our own guard already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Same five corpora, same 5% false-alarm budget, split by whether the source was in our training manifest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35727" cy="14813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+0.083 catch rate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Averaged across every source we can describe in advance, our tuned guards rank BETTER than the hosted model at the same alarm budget. 95% interval [+0.013, +0.157] -- it excludes zero.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331720"/>
            <a:ext cx="513572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.967  vs  .917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The same comparison on a source we did NOT train on. Hosted leads, and our best guard there is an UNTUNED base -- tuning is what costs us the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95928"/>
            <a:ext cx="10637215" cy="10972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142232"/>
            <a:ext cx="1016172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SOURCING RULE THIS IMPLIES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gap is not a ceiling a bigger local model would break through -- it is the price of the regime. So the question is not “can a small guard match the frontier” but “what share of our traffic can we describe in a training manifest”. Self-host that share and escalate the rest by how near the local guard sits to its own decision line -- the router we measured. Routing on UNFAMILIARITY instead is the more attractive idea and we did not test it: treat it as the next experiment, not as the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catch rate after fine-tuning, across 6 models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8288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251960"/>
            <a:ext cx="2910536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398264"/>
            <a:ext cx="2435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Over the range we measured, size does not close the gap — and 32B is already past the point where a guard is cheap to run on every request, which was the reason to self-host in the first place. Three points, one of them non-monotonic, identify no scaling law, so we do not extrapolate a size that would close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909" y="227685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88920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8892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909" y="278892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78892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 model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8892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0984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0098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the 5 tuning runs of one 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909" y="330098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on 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30098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already paid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30098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13048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81304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909" y="381304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81304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81304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5112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32511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909" y="432511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0235" y="432511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32511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37176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83717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instead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909" y="483717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235" y="483717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83717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nearly matches, far cheaper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85816"/>
            <a:ext cx="10637215" cy="9144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532120"/>
            <a:ext cx="101617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gets within about a point of the 18-model blend (84% vs 85%) at a fifteenth of the compute and with no labelled data to collect. Ensembling is the right answer only when nothing may leave at all; then it is the in-house ceiling, worth about a quarter of the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accuracy is real. So is the bill, the latency, and the loss of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escalation curve is optimistically tuned.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Its decision line and its global 5% budget are both chosen on the same rows it is then scored on, so a live deployment should expect to close somewhat less than 51% of the gap at a fifth escalated.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4173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877056"/>
            <a:ext cx="5112867" cy="169164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023360"/>
            <a:ext cx="4637379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Guardrail sourcing: buy hosted, or run our own?</dc:title>
  <dc:subject>Executive briefing accompanying “Benchmark Gains Do Not Guarantee Transfer: Fine-Tuning Small Language Model Safety Guards”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