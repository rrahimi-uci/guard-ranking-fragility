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changes the recommendation, so do not rush it.</a:t>
            </a:r>
          </a:p>
          <a:p/>
          <a:p>
            <a:r>
              <a:t>Slide 4 said hosted is about ten points better. True -- on prompts nobody anticipated. This</a:t>
            </a:r>
          </a:p>
          <a:p>
            <a:r>
              <a:t>slide says that on sources we can enumerate in a training manifest the ordering inverts, and a</a:t>
            </a:r>
          </a:p>
          <a:p>
            <a:r>
              <a:t>our tuned guards rank BETTER on average: the equal-source mean difference is</a:t>
            </a:r>
          </a:p>
          <a:p>
            <a:r>
              <a:t>+0.083, 95% interval [+0.013, +0.157], which excludes zero. In AP it is</a:t>
            </a:r>
          </a:p>
          <a:p>
            <a:r>
              <a:t>+0.039 [+0.015, +0.072].</a:t>
            </a:r>
          </a:p>
          <a:p/>
          <a:p>
            <a:r>
              <a:t>Be careful with single benchmarks here, and say this before anyone asks. The most eye-catching</a:t>
            </a:r>
          </a:p>
          <a:p>
            <a:r>
              <a:t>cell is a Qwen2.5-1.5B guard at .948 against .741 on</a:t>
            </a:r>
          </a:p>
          <a:p>
            <a:r>
              <a:t>prompt_injections. That cell is the largest of 12, so quoting its own interval</a:t>
            </a:r>
          </a:p>
          <a:p>
            <a:r>
              <a:t>overstates it: 3 of 12 cells clear zero on their own, and</a:t>
            </a:r>
          </a:p>
          <a:p>
            <a:r>
              <a:t>0 survive a familywise correction. The average is the number to defend, not</a:t>
            </a:r>
          </a:p>
          <a:p>
            <a:r>
              <a:t>the best cell.</a:t>
            </a:r>
          </a:p>
          <a:p/>
          <a:p>
            <a:r>
              <a:t>Represented sources here are jailbreak_classification, prompt_injections, toxicchat. Held-out sources are the ones we never</a:t>
            </a:r>
          </a:p>
          <a:p>
            <a:r>
              <a:t>trained on, and there the hosted model leads.</a:t>
            </a:r>
          </a:p>
          <a:p/>
          <a:p>
            <a:r>
              <a:t>Two honest caveats, offered before they are asked. Per-source samples are small (67 to 451</a:t>
            </a:r>
          </a:p>
          <a:p>
            <a:r>
              <a:t>rows), so read the direction rather than the exact margin. And this is retrospective analysis</a:t>
            </a:r>
          </a:p>
          <a:p>
            <a:r>
              <a:t>on a panel we inspected while building the method -- it is a strong signal, not a sealed</a:t>
            </a:r>
          </a:p>
          <a:p>
            <a:r>
              <a:t>confirmatory result.</a:t>
            </a:r>
          </a:p>
          <a:p/>
          <a:p>
            <a:r>
              <a:t>The business consequence: we do not need to beat the frontier everywhere to stop paying per</a:t>
            </a:r>
          </a:p>
          <a:p>
            <a:r>
              <a:t>prompt. We need to know which slice of traffic we can characterise, self-host that, and buy</a:t>
            </a:r>
          </a:p>
          <a:p>
            <a:r>
              <a:t>hosted capacity only for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"just ensemble the small models" is the most common suggestion in the</a:t>
            </a:r>
          </a:p>
          <a:p>
            <a:r>
              <a:t>room, and it deserves a measured answer rather than an opinion.</a:t>
            </a:r>
          </a:p>
          <a:p/>
          <a:p>
            <a:r>
              <a:t>Row by row. Averaging the five tuning runs of a single guard is free -- the adapters already</a:t>
            </a:r>
          </a:p>
          <a:p>
            <a:r>
              <a:t>exist -- and it reliably adds about +0.026. Do that regardless; it is also how the</a:t>
            </a:r>
          </a:p>
          <a:p>
            <a:r>
              <a:t>tuned 32B recovers what fine-tuning cost it.</a:t>
            </a:r>
          </a:p>
          <a:p/>
          <a:p>
            <a:r>
              <a:t>Averaging all 18 guards equally is WORSE than just using the best one</a:t>
            </a:r>
          </a:p>
          <a:p>
            <a:r>
              <a:t>(.791 against .834). With members that differ this much in</a:t>
            </a:r>
          </a:p>
          <a:p>
            <a:r>
              <a:t>quality, equal weights dilute the strong ones. If someone proposes "ensemble everything", this</a:t>
            </a:r>
          </a:p>
          <a:p>
            <a:r>
              <a:t>is the row to show them.</a:t>
            </a:r>
          </a:p>
          <a:p/>
          <a:p>
            <a:r>
              <a:t>A fitted weighted blend does beat any single guard, reaching .850, about a quarter of</a:t>
            </a:r>
          </a:p>
          <a:p>
            <a:r>
              <a:t>the way to hosted. Two costs are easy to miss: 18 forward passes per request, and</a:t>
            </a:r>
          </a:p>
          <a:p>
            <a:r>
              <a:t>it needs LABELLED in-domain data to fit the weights -- which is usually the thing a team reaching</a:t>
            </a:r>
          </a:p>
          <a:p>
            <a:r>
              <a:t>for an ensemble does not have. We scored it 5-fold out-of-fold so it is not</a:t>
            </a:r>
          </a:p>
          <a:p>
            <a:r>
              <a:t>grading its own homework, and its fitted weights include a negative coefficient on one guard,</a:t>
            </a:r>
          </a:p>
          <a:p>
            <a:r>
              <a:t>which means it is exploiting error structure that may not survive a change of traffic.</a:t>
            </a:r>
          </a:p>
          <a:p/>
          <a:p>
            <a:r>
              <a:t>The last row is the point: escalating the uncertain fifth reaches 84% against the</a:t>
            </a:r>
          </a:p>
          <a:p>
            <a:r>
              <a:t>blend's 85% -- it does NOT beat the blend, it very nearly matches it for a</a:t>
            </a:r>
          </a:p>
          <a:p>
            <a:r>
              <a:t>sixteenth of the compute and no labelled data. If challenged on this, the honest line is that</a:t>
            </a:r>
          </a:p>
          <a:p>
            <a:r>
              <a:t>the blend is still the in-house ceiling; escalation is the cheaper route to almost the same place.</a:t>
            </a:r>
          </a:p>
          <a:p>
            <a:r>
              <a:t>An earlier version of this slide printed 87% here and claimed escalation beat the blend, which</a:t>
            </a:r>
          </a:p>
          <a:p>
            <a:r>
              <a:t>reversed the ordering. So ensembling is not the route -- unless lane 1 applies and nothing</a:t>
            </a:r>
          </a:p>
          <a:p>
            <a:r>
              <a:t>may leave, in which case it is the in-house ceiling and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92240" y="1188720"/>
            <a:ext cx="4480560" cy="44805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86600" y="1783080"/>
            <a:ext cx="3291840" cy="329184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0" y="2377440"/>
            <a:ext cx="2103120" cy="210312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04504" y="330098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80">
                <a:solidFill>
                  <a:srgbClr val="E0564F"/>
                </a:solidFill>
                <a:latin typeface="Calibri"/>
              </a:rPr>
              <a:t>GUARDRAIL SOURCING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7863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000" b="1" i="0">
                <a:solidFill>
                  <a:srgbClr val="EEF2F8"/>
                </a:solidFill>
                <a:latin typeface="Cambria"/>
              </a:rPr>
              <a:t>Do we buy a hosted guardrail,</a:t>
            </a:r>
            <a:br/>
            <a:r>
              <a:rPr sz="4000" b="1" i="0">
                <a:solidFill>
                  <a:srgbClr val="EEF2F8"/>
                </a:solidFill>
                <a:latin typeface="Cambria"/>
              </a:rPr>
              <a:t>or run our own?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7040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Measured on 2,275 expert-annotated finance, healthcare and law prompts. Twenty-four guard configurations, identical rows, identical false-alarm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04688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79008"/>
            <a:ext cx="7040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Full method, intervals and limitations: “Safety Benchmark Gains Do Not Guarantee Safety Transfer: A Comprehensive Study of Fine-Tuning Small Language Model Safety Guards for High-Compliance and General Safety Domains” —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guardrail runs on every request, so its cost is a recurring line, not a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Which means accuracy, latency, unit cost and data residency all bind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Accuracy.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Latency.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Unit cost.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Residency.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2295144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6471" y="2441448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105656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251960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Run the small guard in-house on every request. Send out only the ones it is unsure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One rule, three lanes. The question is not in-house OR outsource — it is which requests go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3582" y="227685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Which requests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4050" y="227685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43784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4378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1  Regulated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582" y="284378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prompt contains borrower or patient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84378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4050" y="284378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cannot lawfully leave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10712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410712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2  Uncertain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582" y="3410712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near its decision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410712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escalate to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4050" y="3410712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this is where the accuracy is won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77640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97764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3  Clear-cut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582" y="397764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confident either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97764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050" y="397764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hosted would not change the 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727448"/>
            <a:ext cx="3362858" cy="13716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requests escalated — lane 2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4418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2162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8FD3B6"/>
                </a:solidFill>
                <a:latin typeface="Cambr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the accuracy gap to hosted, 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1596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9340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At the same false-alarm rate, the hosted model catches about half of the unsafe prompts our own guards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on expert-annotated finance / healthcare / law prompts, all at a 5% false-alarm budget</a:t>
            </a:r>
          </a:p>
        </p:txBody>
      </p:sp>
      <p:pic>
        <p:nvPicPr>
          <p:cNvPr id="7" name="Picture 6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5013198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2258568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0224" y="2404872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READ THIS AS COARSELY RESOLVED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hosted model reports only a coarse 0-100 confidence, which limits how finely we can rank its answers. That bounds precision without fixing a direction — a finer score could order a tied block either way — so do not read the gap as conservative.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4123944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0224" y="4270248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BUT BETTER AT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traffic we can describe in advance, our own guard already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Same five corpora, same 5% false-alarm budget, split by whether the source was in our training manifest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35727" cy="14813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+0.083 catch rate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Averaged across every source we can describe in advance, our tuned guards rank BETTER than the hosted model at the same alarm budget. 95% interval [+0.013, +0.157] -- it excludes zero.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2331720"/>
            <a:ext cx="513572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.967  vs  .917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The same comparison on a source we did NOT train on. Hosted leads, and our best guard there is an UNTUNED base -- tuning is what costs us the position.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95928"/>
            <a:ext cx="10637215" cy="10972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142232"/>
            <a:ext cx="1016172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SOURCING RULE THIS IMPLIES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gap is not a ceiling a bigger local model would break through -- it is the price of the regime. So the question is not “can a small guard match the frontier” but “what share of our traffic can we describe in a training manifest”. Self-host that share and escalate the rest by how near the local guard sits to its own decision line -- the router we measured. Routing on UNFAMILIARITY instead is the more attractive idea and we did not test it: treat it as the next experiment, not as the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ONE: FINE-TUNE 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Fine-tuning did not close the gap, and on unfamiliar traffic it usually made things worse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Change in catch rate after fine-tuning, across 6 models · 5 training runs each</a:t>
            </a:r>
          </a:p>
        </p:txBody>
      </p:sp>
      <p:pic>
        <p:nvPicPr>
          <p:cNvPr id="7" name="Picture 6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695329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19" y="2258568"/>
            <a:ext cx="2910536" cy="18288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41663" y="2404872"/>
            <a:ext cx="243504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19" y="4251960"/>
            <a:ext cx="2910536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3" y="4398264"/>
            <a:ext cx="2435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Budgeting a tuning project to close a vendor gap is not supported here. The best tuned result anywhere (81%) still loses to hosted (90%). And the cost is larger than the average metric shows: scored only inside the 5% false-alarm budget we would actually run at, the held-out loss is about 3.0x bigger.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TWO: BUY A BIGGER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Eight times the parameters bought less than the gap that was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against model size, same family, same prompt, same rows</a:t>
            </a:r>
          </a:p>
        </p:txBody>
      </p:sp>
      <p:pic>
        <p:nvPicPr>
          <p:cNvPr id="7" name="Picture 6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864232" cy="2788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0" y="2276856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8× the parameters bought +6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 gap left is +7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4B to 8B bought nothing.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Size does not buy guard accuracy smoothly.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74920"/>
            <a:ext cx="10637215" cy="896112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5221224"/>
            <a:ext cx="101617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Over the range we measured, size does not close the gap — and 32B is already past the point where a guard is cheap to run on every request, which was the reason to self-host in the first place. Three points, one of them non-monotonic, identify no scaling law, so we do not extrapolate a size that would close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WHY THE RULE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You do not have to choose. Escalating the uncertain fifth buys half 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Recall against the share of requests sent out, at a fixed 5% false-alarm budget</a:t>
            </a:r>
          </a:p>
        </p:txBody>
      </p:sp>
      <p:pic>
        <p:nvPicPr>
          <p:cNvPr id="7" name="Picture 6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8"/>
            <a:ext cx="5610201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41080" y="2240280"/>
            <a:ext cx="2773375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2386584"/>
            <a:ext cx="22978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3977640"/>
            <a:ext cx="2773375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78824" y="4123944"/>
            <a:ext cx="2297887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58968"/>
            <a:ext cx="10637215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605272"/>
            <a:ext cx="101617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IF NOTHING MAY LEAVE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Combining our own guards helps a little. It does not reach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Every option below priced against our strongest single in-house guard (83%), with what each costs per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1909" y="227685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Catch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Cost per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5910" y="227685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88920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788920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Best single in-house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909" y="2788920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788920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 model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5910" y="2788920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6B7F9F"/>
                </a:solidFill>
                <a:latin typeface="Calibri"/>
              </a:rPr>
              <a:t>the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0984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00984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the 5 tuning runs of one 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909" y="3300984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+0.026 on 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300984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already paid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5910" y="3300984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worth doing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13048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813048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all 18 guards equally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1909" y="3813048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79%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813048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model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5910" y="3813048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worse than 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25112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325112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Weighted blend of all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1909" y="4325112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0235" y="4325112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calls + labelled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5910" y="4325112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best in-house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837176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" y="483717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Escalate the uncertain 20% instead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1909" y="483717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235" y="483717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1.2 model calls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5910" y="483717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nearly matches, far cheaper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85816"/>
            <a:ext cx="10637215" cy="9144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5532120"/>
            <a:ext cx="101617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THE FINDING THAT MATTERS FOR PLANNING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Escalating one request in five gets within about a point of the 18-model blend (84% vs 85%) at a fifteenth of the compute and with no labelled data to collect. Ensembling is the right answer only when nothing may leave at all; then it is the in-house ceiling, worth about a quarter of the gap.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accuracy is real. So is the bill, the latency, and the loss of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Four costs, three of which do not appear on an invoice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917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Self-hosted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6519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Hosted frontier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52344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75234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Median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917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10–25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6519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~1,553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72968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317296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Cost per 1k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917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GPU you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6519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$0.80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93592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9359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Prompt leaves our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917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6519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14216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01421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 choose the alarm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917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exactly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6519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approximately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1587" y="2331720"/>
            <a:ext cx="511286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9331" y="2478024"/>
            <a:ext cx="46373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1587" y="3941064"/>
            <a:ext cx="5112867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9331" y="4087368"/>
            <a:ext cx="463737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04104"/>
            <a:ext cx="10637215" cy="9692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5550408"/>
            <a:ext cx="1016172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USEFUL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If we must self-host, a bigger untuned model beats a tuned small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Because tuning's cost lands on exactly the traffic a guardrail exists to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Tuning a small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 bigger untuned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So for a guardrail specifically.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Prefer spending on a stronger base model over spending on a tuning programme.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995928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142232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CONFIDENCE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this does not tell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Stated plainly, so the recommendation can be trusted where it does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It is one benchmark.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It is prompt-only.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Vendor behaviour is a moving target.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Prices are list, not invoices.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Cost figures are billed tokens at public rates and exclude the GPU cost on our own side.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The escalation curve is optimistically tuned.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Its decision line and its global 5% budget are both chosen on the same rows it is then scored on, so a live deployment should expect to close somewhat less than 51% of the gap at a fifth escalated.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Averages hide the operating point.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Every catch rate here is already at a 5% false-alarm budget, but the underlying fine-tuning research reports an average over the whole score ranking. Re-scored inside the budget the direction is unchanged and the effect is 3.0x larger — so treat average-metric results from elsewhere as understating what you would see in production.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03520"/>
            <a:ext cx="10637215" cy="98755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5449824"/>
            <a:ext cx="101617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we would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Sequenced so each step is cheap and the expensive one is last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keep the in-house guard inline on everything.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add the escalation lane.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treat a provider refusal as 'needs review'.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Next · stop the tuning workstream as a gap-closer.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Then · build the domain instrument.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4173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877056"/>
            <a:ext cx="5112867" cy="169164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023360"/>
            <a:ext cx="4637379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Guardrail sourcing: buy hosted, or run our own?</dc:title>
  <dc:subject>Executive briefing accompanying “Benchmark Gains Do Not Guarantee Safety Transfer: A Comprehensive Study of Fine-Tuning Small Language Model Safety Guards for High-Compliance and General Safety Domains”</dc:subject>
  <dc:creator>Reza Rahimi</dc:creator>
  <cp:keywords>AI safety; safety guard; LLM guardrail; small language model; fine-tuning; specialization; out-of-distribution transfer</cp:keywords>
  <dc:description>Generated from code; sources and data at https://github.com/rrahimi-uci/safety-guard-dynamics</dc:description>
  <cp:lastModifiedBy>Reza Rahimi</cp:lastModifiedBy>
  <cp:revision>1</cp:revision>
  <dcterms:created xsi:type="dcterms:W3CDTF">2013-01-27T09:14:16Z</dcterms:created>
  <dcterms:modified xsi:type="dcterms:W3CDTF">2013-01-27T09:15:58Z</dcterms:modified>
  <cp:category>Research presentation</cp:category>
</cp:coreProperties>
</file>