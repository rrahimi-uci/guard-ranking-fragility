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 on this slide. The framing sentence is: we need a safety guardrail in front of</a:t>
            </a:r>
          </a:p>
          <a:p>
            <a:r>
              <a:t>every request our assistant handles, and there are two ways to get one -- call a hosted</a:t>
            </a:r>
          </a:p>
          <a:p>
            <a:r>
              <a:t>frontier model, or run a small open-weights model ourselves. This deck prices that choice.</a:t>
            </a:r>
          </a:p>
          <a:p/>
          <a:p>
            <a:r>
              <a:t>Say up front what makes the comparison trustworthy, because it is the thing that makes the rest</a:t>
            </a:r>
          </a:p>
          <a:p>
            <a:r>
              <a:t>land: every configuration is scored on the SAME rows, and every one is re-tuned to the SAME</a:t>
            </a:r>
          </a:p>
          <a:p>
            <a:r>
              <a:t>false-alarm rate before we compare catch rates. Without the second step you can make any guard</a:t>
            </a:r>
          </a:p>
          <a:p>
            <a:r>
              <a:t>look good by letting it cry wolf more often.</a:t>
            </a:r>
          </a:p>
          <a:p/>
          <a:p>
            <a:r>
              <a:t>Do not promise a single recommendation yet. Slide 3 gives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 of this slide: establish that this is a sourcing decision with four binding</a:t>
            </a:r>
          </a:p>
          <a:p>
            <a:r>
              <a:t>constraints, not a model-quality question. If someone in the room only cares about accuracy,</a:t>
            </a:r>
          </a:p>
          <a:p>
            <a:r>
              <a:t>this is where you widen it.</a:t>
            </a:r>
          </a:p>
          <a:p/>
          <a:p>
            <a:r>
              <a:t>The residency bullet is the one that tends to change the conversation with legal. Our mortgage</a:t>
            </a:r>
          </a:p>
          <a:p>
            <a:r>
              <a:t>prompts contain borrower detail; sending them to a third party is a GLBA question. That is not</a:t>
            </a:r>
          </a:p>
          <a:p>
            <a:r>
              <a:t>a reason to refuse hosted models, but it is a reason the decision cannot be made by the ML team</a:t>
            </a:r>
          </a:p>
          <a:p>
            <a:r>
              <a:t>alone.</a:t>
            </a:r>
          </a:p>
          <a:p/>
          <a:p>
            <a:r>
              <a:t>If asked why not just trust published guard benchmarks: because they measure general web</a:t>
            </a:r>
          </a:p>
          <a:p>
            <a:r>
              <a:t>safety, and our failure mode is regulated-domain advice where context decides the label. We</a:t>
            </a:r>
          </a:p>
          <a:p>
            <a:r>
              <a:t>have direct evidence in the technical report that guard rankings reorder when the benchmark</a:t>
            </a:r>
          </a:p>
          <a:p>
            <a:r>
              <a:t>changes -- that is the report's title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to spend time on. Everything after it is evidence.</a:t>
            </a:r>
          </a:p>
          <a:p/>
          <a:p>
            <a:r>
              <a:t>The three numbers, precisely, for anyone who asks:</a:t>
            </a:r>
          </a:p>
          <a:p>
            <a:r>
              <a:t>  - catch-rate gap +0.066 at a matched 5% false-alarm rate, 95% interval</a:t>
            </a:r>
          </a:p>
          <a:p>
            <a:r>
              <a:t>    [+0.043, +0.089] -- the interval excludes zero, so this is not noise.</a:t>
            </a:r>
          </a:p>
          <a:p>
            <a:r>
              <a:t>  - 77x is median-to-median: about 1,553 ms hosted against</a:t>
            </a:r>
          </a:p>
          <a:p>
            <a:r>
              <a:t>    10-25 ms for a small guard on our own GPU.</a:t>
            </a:r>
          </a:p>
          <a:p>
            <a:r>
              <a:t>  - $0.80 per thousand prompts is billed tokens at public list prices, and it</a:t>
            </a:r>
          </a:p>
          <a:p>
            <a:r>
              <a:t>    excludes the GPU you already own on the self-hosted side. It is an estimate, not an</a:t>
            </a:r>
          </a:p>
          <a:p>
            <a:r>
              <a:t>    invoice.</a:t>
            </a:r>
          </a:p>
          <a:p/>
          <a:p>
            <a:r>
              <a:t>The recommendation is deliberately a split, not a winner. If pushed for one answer: hosted,</a:t>
            </a:r>
          </a:p>
          <a:p>
            <a:r>
              <a:t>because the accuracy difference is the largest single effect anywhere in this study. But the</a:t>
            </a:r>
          </a:p>
          <a:p>
            <a:r>
              <a:t>regulated path is exactly where we cannot take it, which is why the split is the honest answer</a:t>
            </a:r>
          </a:p>
          <a:p>
            <a:r>
              <a:t>rather than a hedge.</a:t>
            </a:r>
          </a:p>
          <a:p/>
          <a:p>
            <a:r>
              <a:t>Third bullet matters for planning. Someone will propose "just fine-tune ours" or "just use a</a:t>
            </a:r>
          </a:p>
          <a:p>
            <a:r>
              <a:t>bigger one". Both were tested. Neither worked. Slides 5 and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claim: hosted is better, by about ten points of catch rate, and the comparison is fair.</a:t>
            </a:r>
          </a:p>
          <a:p/>
          <a:p>
            <a:r>
              <a:t>Exact figures if challenged: gpt-5.4 (low) .896 against Qwen3-32B</a:t>
            </a:r>
          </a:p>
          <a:p>
            <a:r>
              <a:t>.830, difference +0.066 with 95% interval [+0.043, +0.089].</a:t>
            </a:r>
          </a:p>
          <a:p>
            <a:r>
              <a:t>Against the strongest model in our locked research panel it is +0.109</a:t>
            </a:r>
          </a:p>
          <a:p>
            <a:r>
              <a:t>[+0.077, +0.139]. Both intervals exclude zero. These are paired comparisons on identical</a:t>
            </a:r>
          </a:p>
          <a:p>
            <a:r>
              <a:t>rows, which removes row-difficulty as an explanation.</a:t>
            </a:r>
          </a:p>
          <a:p/>
          <a:p>
            <a:r>
              <a:t>The coarse-confidence point is worth making unprompted, because it is the one place we</a:t>
            </a:r>
          </a:p>
          <a:p>
            <a:r>
              <a:t>disadvantaged the hosted model and it strengthens rather than weakens the conclusion.</a:t>
            </a:r>
          </a:p>
          <a:p/>
          <a:p>
            <a:r>
              <a:t>If asked about the labels: external, expert-annotated, and a stronger labelling tier than</a:t>
            </a:r>
          </a:p>
          <a:p>
            <a:r>
              <a:t>anything we produced ourselves. We did not grade our own homework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is the sign split, not the average. If you quote only the mean change</a:t>
            </a:r>
          </a:p>
          <a:p>
            <a:r>
              <a:t>(+0.005) you will mislead the room -- it is a small number sitting on top of</a:t>
            </a:r>
          </a:p>
          <a:p>
            <a:r>
              <a:t>swings from -0.059 to +0.122.</a:t>
            </a:r>
          </a:p>
          <a:p/>
          <a:p>
            <a:r>
              <a:t>Mechanism, in plain terms: fine-tuning on a fixed set of sources specialises the model to</a:t>
            </a:r>
          </a:p>
          <a:p>
            <a:r>
              <a:t>those sources. It buys a lot of accuracy on traffic that looks like the training data and</a:t>
            </a:r>
          </a:p>
          <a:p>
            <a:r>
              <a:t>gives some back on traffic that does not. Our measurements say the trade gets worse as the</a:t>
            </a:r>
          </a:p>
          <a:p>
            <a:r>
              <a:t>starting model gets stronger -- the strongest model we tuned gained the least and lost the</a:t>
            </a:r>
          </a:p>
          <a:p>
            <a:r>
              <a:t>most.</a:t>
            </a:r>
          </a:p>
          <a:p/>
          <a:p>
            <a:r>
              <a:t>This is the central finding of the underlying research, reproduced here on external</a:t>
            </a:r>
          </a:p>
          <a:p>
            <a:r>
              <a:t>expert-annotated data rather than on our own panel, which is a harder test.</a:t>
            </a:r>
          </a:p>
          <a:p/>
          <a:p>
            <a:r>
              <a:t>If asked "did you tune it badly": five independent training runs per model, one recipe, and</a:t>
            </a:r>
          </a:p>
          <a:p>
            <a:r>
              <a:t>the same recipe that produces large gains on in-distribution traffic. The gains are real; they</a:t>
            </a:r>
          </a:p>
          <a:p>
            <a:r>
              <a:t>just do not transfer.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claim: scale is not the escape hatch either.</a:t>
            </a:r>
          </a:p>
          <a:p/>
          <a:p>
            <a:r>
              <a:t>Exact numbers: 4B to 32B is +0.062, interval [+0.039, +0.084]. The remaining gap</a:t>
            </a:r>
          </a:p>
          <a:p>
            <a:r>
              <a:t>to hosted from 32B is +0.066, interval [+0.043, +0.089]. So an eightfold</a:t>
            </a:r>
          </a:p>
          <a:p>
            <a:r>
              <a:t>parameter increase bought slightly less than what was still missing.</a:t>
            </a:r>
          </a:p>
          <a:p/>
          <a:p>
            <a:r>
              <a:t>The 8B row is worth flagging honestly: it came out below 4B, but the interval</a:t>
            </a:r>
          </a:p>
          <a:p>
            <a:r>
              <a:t>([-0.050, +0.001]) includes zero, so the correct statement is "no gain", not "worse".</a:t>
            </a:r>
          </a:p>
          <a:p>
            <a:r>
              <a:t>Do not oversell it -- but do use it to make the point that size and guard quality are not</a:t>
            </a:r>
          </a:p>
          <a:p>
            <a:r>
              <a:t>tightly coupled.</a:t>
            </a:r>
          </a:p>
          <a:p/>
          <a:p>
            <a:r>
              <a:t>The build-plan consequence is the part an executive audience should leave with. A 32B guard on</a:t>
            </a:r>
          </a:p>
          <a:p>
            <a:r>
              <a:t>every inbound request is a serving cost close to the thing we were trying to avoid. If we are</a:t>
            </a:r>
          </a:p>
          <a:p>
            <a:r>
              <a:t>paying that, the hosted option deserves another look on cost grounds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 down the table, then land on the two callouts, which are the non-obvious costs.</a:t>
            </a:r>
          </a:p>
          <a:p/>
          <a:p>
            <a:r>
              <a:t>Latency: 1,553 ms median measured under load at high concurrency, so treat it as</a:t>
            </a:r>
          </a:p>
          <a:p>
            <a:r>
              <a:t>an upper bound for a single request; the small-model figure is a batched GPU measurement. Even</a:t>
            </a:r>
          </a:p>
          <a:p>
            <a:r>
              <a:t>allowing for that, the ratio is roughly 77x.</a:t>
            </a:r>
          </a:p>
          <a:p/>
          <a:p>
            <a:r>
              <a:t>Cost: billed tokens at public list prices. It excludes the amortised GPU on the self-hosted</a:t>
            </a:r>
          </a:p>
          <a:p>
            <a:r>
              <a:t>side, which is exactly why the comparison is about where to spend rather than a like-for-like</a:t>
            </a:r>
          </a:p>
          <a:p>
            <a:r>
              <a:t>price.</a:t>
            </a:r>
          </a:p>
          <a:p/>
          <a:p>
            <a:r>
              <a:t>The refusal finding is the one to say slowly. We saw a set of prompts refused by the provider's</a:t>
            </a:r>
          </a:p>
          <a:p>
            <a:r>
              <a:t>own input filter before the model ever saw them, and the refusals were not reproducible --</a:t>
            </a:r>
          </a:p>
          <a:p>
            <a:r>
              <a:t>different runs, different outcomes, no row refused every time. For a control that has to be</a:t>
            </a:r>
          </a:p>
          <a:p>
            <a:r>
              <a:t>auditable, "sometimes declines, for reasons we cannot inspect or appeal" is a compliance</a:t>
            </a:r>
          </a:p>
          <a:p>
            <a:r>
              <a:t>property, not a technical footnote.</a:t>
            </a:r>
          </a:p>
          <a:p/>
          <a:p>
            <a:r>
              <a:t>Close on the scoping sentence. The answer is a split, and this slide is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did not exist in the plan. It fell out of the scale experiment and is probably the</a:t>
            </a:r>
          </a:p>
          <a:p>
            <a:r>
              <a:t>most commercially useful thing in the deck.</a:t>
            </a:r>
          </a:p>
          <a:p/>
          <a:p>
            <a:r>
              <a:t>The mechanism: fine-tuning specialises. It buys accuracy on the sources you trained on and</a:t>
            </a:r>
          </a:p>
          <a:p>
            <a:r>
              <a:t>withdraws it from sources you did not. A bigger base model arrives with broad competence</a:t>
            </a:r>
          </a:p>
          <a:p>
            <a:r>
              <a:t>already and does not have to trade any of it away. For a guardrail, the traffic you did not</a:t>
            </a:r>
          </a:p>
          <a:p>
            <a:r>
              <a:t>anticipate is precisely the traffic that matters, so a technique that trades away</a:t>
            </a:r>
          </a:p>
          <a:p>
            <a:r>
              <a:t>unfamiliar-traffic accuracy is badly matched to the job.</a:t>
            </a:r>
          </a:p>
          <a:p/>
          <a:p>
            <a:r>
              <a:t>Numbers are in the technical report; the honest caveat is on the slide. Comparing a 32B untuned</a:t>
            </a:r>
          </a:p>
          <a:p>
            <a:r>
              <a:t>model to a tuned 4B is a deployment-choice comparison, not a controlled one -- the 32B costs</a:t>
            </a:r>
          </a:p>
          <a:p>
            <a:r>
              <a:t>much more to serve. What we can say is that the tuning route did not close the vendor gap and</a:t>
            </a:r>
          </a:p>
          <a:p>
            <a:r>
              <a:t>made held-out accuracy worse on most models, while the size route at least moved in the right</a:t>
            </a:r>
          </a:p>
          <a:p>
            <a:r>
              <a:t>direction on both regimes.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rush this slide, and do not apologise through it. Naming the limits is what makes the</a:t>
            </a:r>
          </a:p>
          <a:p>
            <a:r>
              <a:t>recommendation on slide 3 credible.</a:t>
            </a:r>
          </a:p>
          <a:p/>
          <a:p>
            <a:r>
              <a:t>The first bullet is the most important and the most self-undermining, which is why it belongs</a:t>
            </a:r>
          </a:p>
          <a:p>
            <a:r>
              <a:t>here: the underlying research finding is that guard rankings depend on the benchmark. We are</a:t>
            </a:r>
          </a:p>
          <a:p>
            <a:r>
              <a:t>handing you a recommendation derived from one benchmark. It is external and expert-annotated,</a:t>
            </a:r>
          </a:p>
          <a:p>
            <a:r>
              <a:t>which is the best tier available to us, but a different instrument could reorder the middle of</a:t>
            </a:r>
          </a:p>
          <a:p>
            <a:r>
              <a:t>the table. It is unlikely to reverse a ten-point gap.</a:t>
            </a:r>
          </a:p>
          <a:p/>
          <a:p>
            <a:r>
              <a:t>The pinning point matters more than it sounds. A hosted model can change under a fixed</a:t>
            </a:r>
          </a:p>
          <a:p>
            <a:r>
              <a:t>deployment; that is a change-control problem for a compliance control. Our own checkpoints are</a:t>
            </a:r>
          </a:p>
          <a:p>
            <a:r>
              <a:t>pinned to a content hash and will reproduce in a year.</a:t>
            </a:r>
          </a:p>
          <a:p/>
          <a:p>
            <a:r>
              <a:t>Close on the final callout: the thing worth funding is the measuring instrument for our actual</a:t>
            </a:r>
          </a:p>
          <a:p>
            <a:r>
              <a:t>domain, not more guard comparisons on general safety.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minutes. The first two items need no budget. The third frees capacity. The fourth is the</a:t>
            </a:r>
          </a:p>
          <a:p>
            <a:r>
              <a:t>only one that asks for money.</a:t>
            </a:r>
          </a:p>
          <a:p/>
          <a:p>
            <a:r>
              <a:t>Push for a decision on the right-hand callout before the meeting ends -- whether prompts</a:t>
            </a:r>
          </a:p>
          <a:p>
            <a:r>
              <a:t>containing borrower information may go to a third-party API. Everything about the split</a:t>
            </a:r>
          </a:p>
          <a:p>
            <a:r>
              <a:t>architecture depends on that answer, and it is not ours to make.</a:t>
            </a:r>
          </a:p>
          <a:p/>
          <a:p>
            <a:r>
              <a:t>The refusal item is the one to insist on regardless of the rest. Today, when the provider</a:t>
            </a:r>
          </a:p>
          <a:p>
            <a:r>
              <a:t>declines to evaluate a prompt, our pipeline records no verdict. That is indistinguishable from</a:t>
            </a:r>
          </a:p>
          <a:p>
            <a:r>
              <a:t>a pass unless we say otherwise, and the prompts most likely to be refused are the ones most</a:t>
            </a:r>
          </a:p>
          <a:p>
            <a:r>
              <a:t>likely to be genuinely unsafe.</a:t>
            </a:r>
          </a:p>
          <a:p/>
          <a:p>
            <a:r>
              <a:t>If asked for the whole thing in one sentence: hosted is about ten points better at catching</a:t>
            </a:r>
          </a:p>
          <a:p>
            <a:r>
              <a:t>unsafe prompts and we should use it wherever the data is allowed to travel, we should stop</a:t>
            </a:r>
          </a:p>
          <a:p>
            <a:r>
              <a:t>expecting to close that gap ourselves, and the thing worth building is a benchmark for our own</a:t>
            </a:r>
          </a:p>
          <a:p>
            <a:r>
              <a:t>domain rather than another guard.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 spc="180">
                <a:solidFill>
                  <a:srgbClr val="A02128"/>
                </a:solidFill>
                <a:latin typeface="Arial"/>
              </a:rPr>
              <a:t>GUARDRAIL SOURCING 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9692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4400" b="1" i="0">
                <a:solidFill>
                  <a:srgbClr val="12263A"/>
                </a:solidFill>
                <a:latin typeface="Georgia"/>
              </a:rPr>
              <a:t>Do we buy a hosted guardrail,
or run our own?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24528"/>
            <a:ext cx="9326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0" i="0">
                <a:solidFill>
                  <a:srgbClr val="5A6B7C"/>
                </a:solidFill>
                <a:latin typeface="Arial"/>
              </a:rPr>
              <a:t>Measured on 2,275 expert-annotated finance, healthcare and law prompts. Eight guard configurations, identical rows, identical false-alarm budget.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57800"/>
            <a:ext cx="1371600" cy="2794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532120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2263A"/>
                </a:solidFill>
                <a:latin typeface="Arial"/>
              </a:rPr>
              <a:t>Reza Rahimi, PhD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A97A5"/>
                </a:solidFill>
                <a:latin typeface="Arial"/>
              </a:rPr>
              <a:t>Full method, intervals and limitations: the technical report and research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hosted frontier vs self-hosted small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THE 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A guardrail runs on every request, so its cost is a recurring line, not a one-off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Which means accuracy, latency, unit cost and data residency all bind at once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12848"/>
            <a:ext cx="5135727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Accuracy.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A missed unsafe prompt is the incident. A false alarm is a blocked customer. Both are real costs, so the guard must be judged at a fixed alarm rate.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Latency.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It sits in the request path. Whatever it adds, every user pays on every turn.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Unit cost.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Priced per prompt, it scales with traffic, not with headcount.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Residency.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In mortgage the prompt itself contains borrower information, so where it travels is a compliance question before it is an engineering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212848"/>
            <a:ext cx="5135727" cy="1645920"/>
          </a:xfrm>
          <a:prstGeom prst="round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212848"/>
            <a:ext cx="50292" cy="1645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6471" y="2377440"/>
            <a:ext cx="4678527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2563EB"/>
                </a:solidFill>
                <a:latin typeface="Arial"/>
              </a:rPr>
              <a:t>WHY WE COULD NOT JUST READ THE VENDOR BENCHMARKS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Public guard leaderboards score general web-safety prompts. Our exposure is regulated-domain advice, where the same words are safe or unsafe depending on who is asking and what was promised.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4023360"/>
            <a:ext cx="5135727" cy="1645920"/>
          </a:xfrm>
          <a:prstGeom prst="roundRect">
            <a:avLst/>
          </a:prstGeom>
          <a:solidFill>
            <a:srgbClr val="EF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4023360"/>
            <a:ext cx="50292" cy="164592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6471" y="4187952"/>
            <a:ext cx="4678527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15803D"/>
                </a:solidFill>
                <a:latin typeface="Arial"/>
              </a:rPr>
              <a:t>SO WE MEASURED ON OUR OWN TERMS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Expert-annotated finance, healthcare and law prompts; every guard scored on identical rows; catch rates compared only at a matched 5% false-alarm budget.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hosted frontier vs self-hosted small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RECOMMENDATION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Hosted is materially more accurate. Run it where the prompt can leave, and a small model where it cannot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And do not expect to close the gap by tuning or by buying a bigger open 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12848"/>
            <a:ext cx="3362858" cy="1481328"/>
          </a:xfrm>
          <a:prstGeom prst="rect">
            <a:avLst/>
          </a:prstGeom>
          <a:solidFill>
            <a:srgbClr val="EF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212848"/>
            <a:ext cx="3362858" cy="4572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2450592"/>
            <a:ext cx="2923946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15803D"/>
                </a:solidFill>
                <a:latin typeface="Georgia"/>
              </a:rPr>
              <a:t>+7 pts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A6B7C"/>
                </a:solidFill>
                <a:latin typeface="Arial"/>
              </a:rPr>
              <a:t>more unsafe prompts caught by gpt-5.4 (low) than by the best open model we tested, at the same false-alarm rate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4418" y="2212848"/>
            <a:ext cx="3362858" cy="1481328"/>
          </a:xfrm>
          <a:prstGeom prst="rect">
            <a:avLst/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4418" y="2212848"/>
            <a:ext cx="3362858" cy="4572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3874" y="2450592"/>
            <a:ext cx="2923946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A02128"/>
                </a:solidFill>
                <a:latin typeface="Georgia"/>
              </a:rPr>
              <a:t>77×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A6B7C"/>
                </a:solidFill>
                <a:latin typeface="Arial"/>
              </a:rPr>
              <a:t>slower per request than a small self-hosted guard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51596" y="2212848"/>
            <a:ext cx="3362858" cy="1481328"/>
          </a:xfrm>
          <a:prstGeom prst="rect">
            <a:avLst/>
          </a:prstGeom>
          <a:solidFill>
            <a:srgbClr val="FD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51596" y="2212848"/>
            <a:ext cx="3362858" cy="4572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1052" y="2450592"/>
            <a:ext cx="2923946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B7791F"/>
                </a:solidFill>
                <a:latin typeface="Georgia"/>
              </a:rPr>
              <a:t>$0.80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A6B7C"/>
                </a:solidFill>
                <a:latin typeface="Arial"/>
              </a:rPr>
              <a:t>per 1,000 prompts, on top of the model call itself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941064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Use hosted where the prompt may lawfully leave.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The accuracy gain is real, it is statistically solid, and on general safety traffic the latency is tolerable.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Keep a self-hosted small guard on the regulated path.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Not because it is better -- it is not -- but because it is the only option when the prompt cannot leave, and it answers in milliseconds.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Do not budget for closing the gap.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We tried the two obvious routes. Fine-tuning did not close it and hurt 4 of 6 models on unfamiliar traffic; 8× more parameters bought less than the gap that remained.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hosted frontier vs self-hosted small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WHAT HOSTED BUYS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At the same false-alarm rate, the hosted model catches roughly one in ten of the prompts our own guards miss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Catch rate on expert-annotated finance / healthcare / law prompts, all at a 5% false-alarm budget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exec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03120"/>
            <a:ext cx="5013198" cy="39319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412480" y="2176272"/>
            <a:ext cx="3001975" cy="1700784"/>
          </a:xfrm>
          <a:prstGeom prst="round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0" y="2176272"/>
            <a:ext cx="50292" cy="170078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50224" y="2340864"/>
            <a:ext cx="254477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2563EB"/>
                </a:solidFill>
                <a:latin typeface="Arial"/>
              </a:rPr>
              <a:t>READ THIS AS A FLOOR, NOT A CEILING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The hosted model reports only a coarse 0-100 confidence, which limits how finely we can rank its answers. That handicaps it in this comparison, so the true gap is if anything wider.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4041648"/>
            <a:ext cx="3001975" cy="1700784"/>
          </a:xfrm>
          <a:prstGeom prst="roundRect">
            <a:avLst/>
          </a:prstGeom>
          <a:solidFill>
            <a:srgbClr val="FD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4041648"/>
            <a:ext cx="50292" cy="1700784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50224" y="4206240"/>
            <a:ext cx="254477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B7791F"/>
                </a:solidFill>
                <a:latin typeface="Arial"/>
              </a:rPr>
              <a:t>WHY 'AT THE SAME FALSE-ALARM RATE' MATTERS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Any guard can raise its catch rate by alarming more often. Holding the alarm rate fixed at 5% is what makes every bar here comparable at 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hosted frontier vs self-hosted small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ROUTE ONE: FINE-TUNE 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Fine-tuning did not close the gap, and on unfamiliar traffic it usually made things worse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Change in catch rate after fine-tuning, across 6 models · 5 training runs each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exec_t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03120"/>
            <a:ext cx="6953290" cy="38404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503919" y="2176272"/>
            <a:ext cx="2910536" cy="1828800"/>
          </a:xfrm>
          <a:prstGeom prst="roundRect">
            <a:avLst/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19" y="2176272"/>
            <a:ext cx="50292" cy="182880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41663" y="2340864"/>
            <a:ext cx="2453336" cy="1499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A02128"/>
                </a:solidFill>
                <a:latin typeface="Arial"/>
              </a:rPr>
              <a:t>THE PATTERN BEHIND IT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Fine-tuning teaches a model the traffic you trained it on and costs it accuracy on traffic you did not. Read the chart downward: the blue gain shrinks and the red cost grows as the starting model gets stronger.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19" y="4169664"/>
            <a:ext cx="2910536" cy="1572768"/>
          </a:xfrm>
          <a:prstGeom prst="roundRect">
            <a:avLst/>
          </a:prstGeom>
          <a:solidFill>
            <a:srgbClr val="FD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03919" y="4169664"/>
            <a:ext cx="50292" cy="1572768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41663" y="4334256"/>
            <a:ext cx="2453336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B7791F"/>
                </a:solidFill>
                <a:latin typeface="Arial"/>
              </a:rPr>
              <a:t>PLANNING CONSEQUENCE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Budgeting a tuning project to close a vendor gap is not supported here. The best tuned result anywhere (81%) still loses to hosted (90%).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hosted frontier vs self-hosted small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ROUTE TWO: BUY A BIGGER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Eight times the parameters bought less than the gap that was left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Catch rate against model size, same family, same prompt, same rows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exec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66544"/>
            <a:ext cx="5864232" cy="2788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58200" y="2194560"/>
            <a:ext cx="295625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350" b="1" i="0">
                <a:solidFill>
                  <a:srgbClr val="12263A"/>
                </a:solidFill>
                <a:latin typeface="Arial"/>
              </a:rPr>
              <a:t>8× the parameters bought +6 pts. </a:t>
            </a:r>
            <a:r>
              <a:rPr sz="1350" b="0" i="0">
                <a:solidFill>
                  <a:srgbClr val="5A6B7C"/>
                </a:solidFill>
                <a:latin typeface="Arial"/>
              </a:rPr>
              <a:t>Going from 4B to 32B.</a:t>
            </a:r>
          </a:p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350" b="1" i="0">
                <a:solidFill>
                  <a:srgbClr val="12263A"/>
                </a:solidFill>
                <a:latin typeface="Arial"/>
              </a:rPr>
              <a:t>The gap left is +7 pts. </a:t>
            </a:r>
            <a:r>
              <a:rPr sz="1350" b="0" i="0">
                <a:solidFill>
                  <a:srgbClr val="5A6B7C"/>
                </a:solidFill>
                <a:latin typeface="Arial"/>
              </a:rPr>
              <a:t>Slightly larger than everything that scaling bought.</a:t>
            </a:r>
          </a:p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350" b="1" i="0">
                <a:solidFill>
                  <a:srgbClr val="12263A"/>
                </a:solidFill>
                <a:latin typeface="Arial"/>
              </a:rPr>
              <a:t>4B to 8B bought nothing. </a:t>
            </a:r>
            <a:r>
              <a:rPr sz="1350" b="0" i="0">
                <a:solidFill>
                  <a:srgbClr val="5A6B7C"/>
                </a:solidFill>
                <a:latin typeface="Arial"/>
              </a:rPr>
              <a:t>Size does not buy guard accuracy smoothly.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992624"/>
            <a:ext cx="10637215" cy="896112"/>
          </a:xfrm>
          <a:prstGeom prst="roundRect">
            <a:avLst/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4992624"/>
            <a:ext cx="50292" cy="89611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5157216"/>
            <a:ext cx="1018001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A02128"/>
                </a:solidFill>
                <a:latin typeface="Arial"/>
              </a:rPr>
              <a:t>WHAT THIS IMPLIES FOR A BUILD PLAN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Closing the remaining gap by size alone would take at least another order of magnitude — and 32B is already past the point where a guard is cheap to run on every request, which was the reason to self-host in the first place.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hosted frontier vs self-hosted small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WHAT HOSTED COSTS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The accuracy is real. So is the bill, the latency, and the loss of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Four costs, three of which do not appear on an invoice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49424"/>
            <a:ext cx="5112867" cy="420624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249424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917" y="2249424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Self-hosted small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6519" y="2249424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Hosted frontier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670048"/>
            <a:ext cx="5112867" cy="420624"/>
          </a:xfrm>
          <a:prstGeom prst="rect">
            <a:avLst/>
          </a:prstGeom>
          <a:solidFill>
            <a:srgbClr val="F7F9FA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670048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Median latency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917" y="2670048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10–25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6519" y="2670048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~1,553 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090672"/>
            <a:ext cx="5112867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" y="3090672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Cost per 1k prompts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917" y="3090672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GPU you own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6519" y="3090672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$0.80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511296"/>
            <a:ext cx="5112867" cy="420624"/>
          </a:xfrm>
          <a:prstGeom prst="rect">
            <a:avLst/>
          </a:prstGeom>
          <a:solidFill>
            <a:srgbClr val="F7F9FA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" y="3511296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Prompt leaves our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917" y="3511296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6519" y="3511296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yes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931920"/>
            <a:ext cx="5112867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931920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We choose the alarm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917" y="3931920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exactly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86519" y="3931920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approximately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1587" y="2249424"/>
            <a:ext cx="5112867" cy="1481328"/>
          </a:xfrm>
          <a:prstGeom prst="roundRect">
            <a:avLst/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01587" y="2249424"/>
            <a:ext cx="50292" cy="1481328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9331" y="2414016"/>
            <a:ext cx="4655667" cy="1152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A02128"/>
                </a:solidFill>
                <a:latin typeface="Arial"/>
              </a:rPr>
              <a:t>THE ONE WE DID NOT EXPECT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The provider refused to evaluate a subset of prompts outright, and did so inconsistently — the same prompt was refused on some runs and not others. A guardrail that intermittently declines to answer is itself an audit finding.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1587" y="3858768"/>
            <a:ext cx="5112867" cy="1371600"/>
          </a:xfrm>
          <a:prstGeom prst="round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1587" y="3858768"/>
            <a:ext cx="5029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9331" y="4023360"/>
            <a:ext cx="4655667" cy="1042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2563EB"/>
                </a:solidFill>
                <a:latin typeface="Arial"/>
              </a:rPr>
              <a:t>CONTROL OVER THE ALARM RATE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Our own model exposes a continuous score, so we can set the false-alarm budget precisely. The hosted model reports a coarse 0–100 value, so we can only land near a target.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321808"/>
            <a:ext cx="10637215" cy="969264"/>
          </a:xfrm>
          <a:prstGeom prst="roundRect">
            <a:avLst/>
          </a:prstGeom>
          <a:solidFill>
            <a:srgbClr val="EF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77240" y="5321808"/>
            <a:ext cx="50292" cy="969264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" y="5486400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15803D"/>
                </a:solidFill>
                <a:latin typeface="Arial"/>
              </a:rPr>
              <a:t>NOT A REASON TO REFUSE HOSTED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It is a reason to scope it: hosted on traffic where the prompt may leave and latency is not critical; self-hosted on the regulated, latency-sensitive path.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hosted frontier vs self-hosted small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THE USEFUL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If we must self-host, a bigger untuned model beats a tuned small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Because tuning's cost lands on exactly the traffic a guardrail exists to catch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12848"/>
            <a:ext cx="5112867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Tuning a small model.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Large gain on familiar traffic, and it gives back accuracy on unfamiliar traffic — which is where novel attacks arrive.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A bigger untuned model.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Recovers most of that same gain on familiar traffic, and holds its accuracy on unfamiliar traffic.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So for a guardrail specifically.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Prefer spending on a stronger base model over spending on a tuning programme.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1587" y="2212848"/>
            <a:ext cx="5112867" cy="1554480"/>
          </a:xfrm>
          <a:prstGeom prst="roundRect">
            <a:avLst/>
          </a:prstGeom>
          <a:solidFill>
            <a:srgbClr val="EF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1587" y="2212848"/>
            <a:ext cx="50292" cy="15544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9331" y="2377440"/>
            <a:ext cx="4655667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15803D"/>
                </a:solidFill>
                <a:latin typeface="Arial"/>
              </a:rPr>
              <a:t>WHY THIS IS WORTH MONEY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It reverses the intuitive plan. Tuning looks like the cheap, targeted option; measured on held-out traffic it is the one that quietly costs you coverage.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1587" y="3913632"/>
            <a:ext cx="5112867" cy="1554480"/>
          </a:xfrm>
          <a:prstGeom prst="roundRect">
            <a:avLst/>
          </a:prstGeom>
          <a:solidFill>
            <a:srgbClr val="FD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1587" y="3913632"/>
            <a:ext cx="50292" cy="155448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9331" y="4078224"/>
            <a:ext cx="4655667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B7791F"/>
                </a:solidFill>
                <a:latin typeface="Arial"/>
              </a:rPr>
              <a:t>CONFIDENCE LEVEL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This is a comparison between different model sizes, not a controlled experiment at fixed size. Treat it as a strong steer on where to spend, not a proven law.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hosted frontier vs self-hosted small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CONFIDENCE AND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What this does not tell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Stated plainly, so the recommendation can be trusted where it does apply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12848"/>
            <a:ext cx="1063721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It is one benchmark.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Expert-annotated finance, healthcare and law prompt safety. It is the strongest external evidence we have, and it is still a single instrument — and our own research shows guard rankings reorder when the benchmark changes.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It is prompt-only.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We judged incoming prompts, not the assistant's replies, and not the harder mortgage-compliance question of whether a specific answer breaks a specific rule.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Vendor behaviour is a moving target.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Model versions change under you. The self-hosted side is pinned to an exact revision and reproduces indefinitely; the hosted side does not.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Prices are list, not invoices.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Cost figures are billed tokens at public rates and exclude the GPU cost on our own side.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21224"/>
            <a:ext cx="10637215" cy="987552"/>
          </a:xfrm>
          <a:prstGeom prst="round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5221224"/>
            <a:ext cx="50292" cy="9875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5385816"/>
            <a:ext cx="1018001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2563EB"/>
                </a:solidFill>
                <a:latin typeface="Arial"/>
              </a:rPr>
              <a:t>WHAT WOULD CHANGE THE RECOMMENDATION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A regulated-domain benchmark that scores whole answers against specific rules, with expert adjudication. That is the instrument we do not have, and building it is the highest-value next step.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hosted frontier vs self-hosted small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PROPOSAL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What we would do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Sequenced so each step is cheap and the expensive one is last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12848"/>
            <a:ext cx="511286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Now · split the traffic.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Hosted guard where the prompt may lawfully leave; the small self-hosted guard on the regulated path. No new build.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Now · handle provider refusals explicitly.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Treat a provider refusal as 'needs review', never as 'safe'. It is a one-line policy change and today it is a silent gap.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Next · stop the tuning workstream as a gap-closer.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Keep it only for rescuing weak models. Redirect the effort.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Then · build the domain instrument.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A mortgage-compliance benchmark that scores whole answers against specific rules, with expert adjudication.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1587" y="2212848"/>
            <a:ext cx="5112867" cy="1417320"/>
          </a:xfrm>
          <a:prstGeom prst="roundRect">
            <a:avLst/>
          </a:prstGeom>
          <a:solidFill>
            <a:srgbClr val="EF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1587" y="2212848"/>
            <a:ext cx="50292" cy="141732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9331" y="2377440"/>
            <a:ext cx="4655667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15803D"/>
                </a:solidFill>
                <a:latin typeface="Arial"/>
              </a:rPr>
              <a:t>THE CHEAPEST ITEM IS THE REFUSAL ONE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It costs a policy change, and it closes a case where an unsafe prompt currently receives no verdict at all.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1587" y="3794760"/>
            <a:ext cx="5112867" cy="1691640"/>
          </a:xfrm>
          <a:prstGeom prst="roundRect">
            <a:avLst/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1587" y="3794760"/>
            <a:ext cx="50292" cy="169164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9331" y="3959352"/>
            <a:ext cx="4655667" cy="1362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A02128"/>
                </a:solidFill>
                <a:latin typeface="Arial"/>
              </a:rPr>
              <a:t>THE ONE THAT NEEDS A DECISION FROM THIS ROOM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Whether borrower-bearing prompts may leave our network at all. That single answer decides how much of our traffic can use the more accurate option, and it is a legal call rather than a technical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