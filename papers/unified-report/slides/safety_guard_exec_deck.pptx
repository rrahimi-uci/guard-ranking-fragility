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80">
                <a:solidFill>
                  <a:srgbClr val="A02128"/>
                </a:solidFill>
                <a:latin typeface="Arial"/>
              </a:rPr>
              <a:t>GUARDRAIL SOURCING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400" b="1" i="0">
                <a:solidFill>
                  <a:srgbClr val="12263A"/>
                </a:solidFill>
                <a:latin typeface="Georgia"/>
              </a:rPr>
              <a:t>Do we buy a hosted guardrail,
or run 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0" i="0">
                <a:solidFill>
                  <a:srgbClr val="5A6B7C"/>
                </a:solidFill>
                <a:latin typeface="Arial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1371600" cy="279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2263A"/>
                </a:solidFill>
                <a:latin typeface="Arial"/>
              </a:rPr>
              <a:t>Reza Rahimi, PhD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A97A5"/>
                </a:solidFill>
                <a:latin typeface="Arial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 guardrail runs on every request, so its cost is a recurring line, not a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Which means accuracy, latency, unit cost and data residency all bind at once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Accuracy.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Latency.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Unit cost.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Residency.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212848"/>
            <a:ext cx="5135727" cy="164592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212848"/>
            <a:ext cx="50292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2377440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023360"/>
            <a:ext cx="5135727" cy="16459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4023360"/>
            <a:ext cx="50292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471" y="4187952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Run the small guard in-house on every request. Send out only the ones it is unsure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One rule, three lanes. The question is not in-house OR outsource — it is which requests go 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637215" cy="566928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3582" y="219456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Which 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0235" y="219456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4050" y="219456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761488"/>
            <a:ext cx="10637215" cy="566928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761488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1  Regulated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582" y="2761488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prompt contains borrower or patient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0235" y="2761488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in-house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050" y="2761488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cannot lawfully leave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28416"/>
            <a:ext cx="1063721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32841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2  Uncertain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582" y="332841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in-house guard is near its decision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235" y="332841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A02128"/>
                </a:solidFill>
                <a:latin typeface="Arial"/>
              </a:rPr>
              <a:t>escalate to hosted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4050" y="332841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this is where the accuracy is won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895344"/>
            <a:ext cx="10637215" cy="566928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389534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3  Clear-cut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3582" y="389534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in-house guard is confident either 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235" y="389534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in-house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050" y="389534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hosted would not change the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645152"/>
            <a:ext cx="3362858" cy="1371600"/>
          </a:xfrm>
          <a:prstGeom prst="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645152"/>
            <a:ext cx="3362858" cy="45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A02128"/>
                </a:solidFill>
                <a:latin typeface="Georg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requests escalated — lane 2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4418" y="4645152"/>
            <a:ext cx="3362858" cy="1371600"/>
          </a:xfrm>
          <a:prstGeom prst="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14418" y="4645152"/>
            <a:ext cx="3362858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3874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5803D"/>
                </a:solidFill>
                <a:latin typeface="Georg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the accuracy gap to hosted, closed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4645152"/>
            <a:ext cx="3362858" cy="13716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1596" y="4645152"/>
            <a:ext cx="3362858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052" y="4882896"/>
            <a:ext cx="292394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2563EB"/>
                </a:solidFill>
                <a:latin typeface="Georg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on expert-annotated finance / healthcare / law prompts, all at a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013198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2176272"/>
            <a:ext cx="3001975" cy="1700784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176272"/>
            <a:ext cx="50292" cy="1700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0224" y="2340864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41648"/>
            <a:ext cx="3001975" cy="1700784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041648"/>
            <a:ext cx="50292" cy="170078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4206240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ONE: FINE-TUNE 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Fine-tuning did not close the gap, and on unfamiliar traffic it usually made things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Change in catch rate after fine-tuning, across 6 models · 5 training runs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695329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03919" y="2176272"/>
            <a:ext cx="2910536" cy="182880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19" y="2176272"/>
            <a:ext cx="50292" cy="182880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1663" y="2340864"/>
            <a:ext cx="245333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19" y="4169664"/>
            <a:ext cx="2910536" cy="157276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19" y="4169664"/>
            <a:ext cx="50292" cy="15727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3" y="4334256"/>
            <a:ext cx="245333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TWO: BUY A BIGGER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Eight times the parameters bought less than the gap that was left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against model size, same family, same prompt, same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6544"/>
            <a:ext cx="586423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2194560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8× the parameters bought +6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 gap left is +7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4B to 8B bought nothing.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Size does not buy guard accuracy smoothly.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92624"/>
            <a:ext cx="10637215" cy="896112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92624"/>
            <a:ext cx="50292" cy="89611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157216"/>
            <a:ext cx="101800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THE RULE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You do not have to choose. Escalating the uncertain fifth buys half the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Recall against the share of requests sent out, at a fixed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84832"/>
            <a:ext cx="561020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41080" y="2157984"/>
            <a:ext cx="2773375" cy="1572768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41080" y="2157984"/>
            <a:ext cx="50292" cy="15727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322576"/>
            <a:ext cx="2316175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895344"/>
            <a:ext cx="2773375" cy="137160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3895344"/>
            <a:ext cx="50292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4059936"/>
            <a:ext cx="2316175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376672"/>
            <a:ext cx="10637215" cy="84124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5376672"/>
            <a:ext cx="50292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5541264"/>
            <a:ext cx="1018001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The accuracy is real. So is the bill, the latency, and the loss of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Four costs, three of which do not appear on an invoice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5112867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917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Self-hosted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6519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Hosted frontier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Median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917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10–25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6519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~1,553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Cost per 1k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917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GPU you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6519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$0.80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Prompt leaves our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917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6519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 choose the alarm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917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exactly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519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approximately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1587" y="2249424"/>
            <a:ext cx="5112867" cy="1481328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1587" y="2249424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9331" y="2414016"/>
            <a:ext cx="4655667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1587" y="3858768"/>
            <a:ext cx="5112867" cy="137160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1587" y="3858768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9331" y="4023360"/>
            <a:ext cx="4655667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21808"/>
            <a:ext cx="10637215" cy="969264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321808"/>
            <a:ext cx="50292" cy="96926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54864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USEFUL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If we must self-host, a bigger untuned model beats a tuned small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Because tuning's cost lands on exactly the traffic a guardrail exists to catch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Tuning a small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 bigger untuned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So for a guardrail specifically.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Prefer spending on a stronger base model over spending on a tuning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55448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5544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13632"/>
            <a:ext cx="5112867" cy="155448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13632"/>
            <a:ext cx="50292" cy="15544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078224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CONFIDENCE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this does not tell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Stated plainly, so the recommendation can be trusted where it does apply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one benchmark.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prompt-only.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Vendor behaviour is a moving target.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Prices are list, not invoices.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Cost figures are billed tokens at public rates and exclude the GPU cost on our own 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21224"/>
            <a:ext cx="10637215" cy="98755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221224"/>
            <a:ext cx="50292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5385816"/>
            <a:ext cx="1018001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in-house inline, escalate the uncertain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Sequenced so each step is cheap and the expensive one is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keep the in-house guard inline on everything.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add the escalation lane.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Now · treat a provider refusal as 'needs review'.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Next · stop the tuning workstream as a gap-closer.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Then · build the domain instrument.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4173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417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794760"/>
            <a:ext cx="5112867" cy="169164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794760"/>
            <a:ext cx="50292" cy="1691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959352"/>
            <a:ext cx="4655667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