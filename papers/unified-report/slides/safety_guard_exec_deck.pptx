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180">
                <a:solidFill>
                  <a:srgbClr val="A02128"/>
                </a:solidFill>
                <a:latin typeface="Arial"/>
              </a:rPr>
              <a:t>GUARDRAIL SOURCING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9692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400" b="1" i="0">
                <a:solidFill>
                  <a:srgbClr val="12263A"/>
                </a:solidFill>
                <a:latin typeface="Georgia"/>
              </a:rPr>
              <a:t>Do we buy a hosted guardrail,
or run our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2452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0" i="0">
                <a:solidFill>
                  <a:srgbClr val="5A6B7C"/>
                </a:solidFill>
                <a:latin typeface="Arial"/>
              </a:rPr>
              <a:t>Measured on 2,275 expert-annotated finance, healthcare and law prompts. Eight guard configurations, identical rows, identical false-alarm budget.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57800"/>
            <a:ext cx="1371600" cy="279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2263A"/>
                </a:solidFill>
                <a:latin typeface="Arial"/>
              </a:rPr>
              <a:t>Reza Rahimi, PhD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A97A5"/>
                </a:solidFill>
                <a:latin typeface="Arial"/>
              </a:rPr>
              <a:t>Full method, intervals and limitations: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 guardrail runs on every request, so its cost is a recurring line, not a one-off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Which means accuracy, latency, unit cost and data residency all bind at once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Accuracy.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Latency.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Unit cost.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Residency.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212848"/>
            <a:ext cx="5135727" cy="164592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212848"/>
            <a:ext cx="50292" cy="1645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2377440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4023360"/>
            <a:ext cx="5135727" cy="16459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4023360"/>
            <a:ext cx="50292" cy="16459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471" y="4187952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Hosted is materially more accurate. Run it where the prompt can leave, and a small model where it cannot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And do not expect to close the gap by tuning or by buying a bigger open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12848"/>
            <a:ext cx="3362858" cy="1481328"/>
          </a:xfrm>
          <a:prstGeom prst="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212848"/>
            <a:ext cx="3362858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50592"/>
            <a:ext cx="292394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15803D"/>
                </a:solidFill>
                <a:latin typeface="Georgia"/>
              </a:rPr>
              <a:t>+7 pts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more unsafe prompts caught by gpt-5.4 (low) than by the best open model we tested, at the same false-alarm 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4418" y="2212848"/>
            <a:ext cx="3362858" cy="1481328"/>
          </a:xfrm>
          <a:prstGeom prst="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4418" y="2212848"/>
            <a:ext cx="3362858" cy="45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3874" y="2450592"/>
            <a:ext cx="292394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A02128"/>
                </a:solidFill>
                <a:latin typeface="Georgia"/>
              </a:rPr>
              <a:t>77×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slower per request than a small self-hosted guard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1596" y="2212848"/>
            <a:ext cx="3362858" cy="1481328"/>
          </a:xfrm>
          <a:prstGeom prst="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1596" y="2212848"/>
            <a:ext cx="3362858" cy="457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1052" y="2450592"/>
            <a:ext cx="292394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B7791F"/>
                </a:solidFill>
                <a:latin typeface="Georgia"/>
              </a:rPr>
              <a:t>$0.80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per 1,000 prompts, on top of the model call itself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41064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Use hosted where the prompt may lawfully leave.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The accuracy gain is real, it is statistically solid, and on general safety traffic the latency is tolerable.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Keep a self-hosted small guard on the regulated path.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Not because it is better -- it is not -- but because it is the only option when the prompt cannot leave, and it answers in milliseconds.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Do not budget for closing the gap.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We tried the two obvious routes. Fine-tuning did not close it and hurt 4 of 6 models on unfamiliar traffic; 8× more parameters bought less than the gap that remained.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At the same false-alarm rate, the hosted model catches roughly one in ten of the prompts our own guards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on expert-annotated finance / healthcare / law prompts, all at a 5%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6754624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80" y="2176272"/>
            <a:ext cx="3001975" cy="1700784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2176272"/>
            <a:ext cx="50292" cy="17007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0224" y="2340864"/>
            <a:ext cx="2544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READ THIS AS A FLOOR, NOT A CEILING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hosted model reports only a coarse 0-100 confidence, which limits how finely we can rank its answers. That handicaps it in this comparison, so the true gap is if anything wider.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41648"/>
            <a:ext cx="3001975" cy="1700784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4041648"/>
            <a:ext cx="50292" cy="170078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0224" y="4206240"/>
            <a:ext cx="2544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ONE: FINE-TUNE 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Fine-tuning did not close the gap, and on unfamiliar traffic it usually made things worse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Change in catch rate after fine-tuning, across 6 models · 5 training runs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6953290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503919" y="2176272"/>
            <a:ext cx="2910536" cy="182880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19" y="2176272"/>
            <a:ext cx="50292" cy="182880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41663" y="2340864"/>
            <a:ext cx="2453336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19" y="4169664"/>
            <a:ext cx="2910536" cy="1572768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19" y="4169664"/>
            <a:ext cx="50292" cy="157276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41663" y="4334256"/>
            <a:ext cx="2453336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Budgeting a tuning project to close a vendor gap is not supported here. The best tuned result anywhere (81%) still loses to hosted (90%).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TWO: BUY A BIGGER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Eight times the parameters bought less than the gap that was left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against model size, same family, same prompt, same rows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66544"/>
            <a:ext cx="5864232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2194560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8× the parameters bought +6 pts.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The gap left is +7 pts.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4B to 8B bought nothing.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Size does not buy guard accuracy smoothly.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92624"/>
            <a:ext cx="10637215" cy="896112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992624"/>
            <a:ext cx="50292" cy="89611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157216"/>
            <a:ext cx="101800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Closing the remaining gap by size alone would take at least another order of magnitude — and 32B is already past the point where a guard is cheap to run on every request, which was the reason to self-host in the first 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The accuracy is real. So is the bill, the latency, and the loss of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Four costs, three of which do not appear on an invoice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9424"/>
            <a:ext cx="5112867" cy="420624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24942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917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Self-hosted small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6519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Hosted frontier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670048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67004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Median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917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10–25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6519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~1,553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90672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09067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Cost per 1k prompts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917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GPU you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6519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$0.80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11296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351129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Prompt leaves our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917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6519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931920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9319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We choose the alarm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917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exactly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6519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approximately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1587" y="2249424"/>
            <a:ext cx="5112867" cy="1481328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1587" y="2249424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9331" y="2414016"/>
            <a:ext cx="4655667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1587" y="3858768"/>
            <a:ext cx="5112867" cy="137160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1587" y="3858768"/>
            <a:ext cx="5029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9331" y="4023360"/>
            <a:ext cx="4655667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321808"/>
            <a:ext cx="10637215" cy="969264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5321808"/>
            <a:ext cx="50292" cy="96926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54864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USEFUL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If we must self-host, a bigger untuned model beats a tuned small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Because tuning's cost lands on exactly the traffic a guardrail exists to catch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Tuning a small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 bigger untuned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So for a guardrail specifically.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Prefer spending on a stronger base model over spending on a tuning programme.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55448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5544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913632"/>
            <a:ext cx="5112867" cy="1554480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913632"/>
            <a:ext cx="50292" cy="15544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4078224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CONFIDENCE AND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this does not tell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Stated plainly, so the recommendation can be trusted where it does apply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one benchmark.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prompt-only.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Vendor behaviour is a moving target.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Prices are list, not invoices.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Cost figures are billed tokens at public rates and exclude the GPU cost on our own side.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21224"/>
            <a:ext cx="10637215" cy="987552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221224"/>
            <a:ext cx="50292" cy="9875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5385816"/>
            <a:ext cx="1018001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we would do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Sequenced so each step is cheap and the expensive one is last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Now · split the traffic.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Hosted guard where the prompt may lawfully leave; the small self-hosted guard on the regulated path. No new build.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Now · handle provider refusals explicitly.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Treat a provider refusal as 'needs review', never as 'safe'. It is a one-line policy change and today it is a silent gap.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Next · stop the tuning workstream as a gap-closer.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Keep it only for rescuing weak models. Redirect the effort.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Then · build the domain instrument.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4173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4173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794760"/>
            <a:ext cx="5112867" cy="169164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794760"/>
            <a:ext cx="50292" cy="1691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3959352"/>
            <a:ext cx="4655667" cy="1362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