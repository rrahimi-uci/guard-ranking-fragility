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87%, beating the whole blend</a:t>
            </a:r>
          </a:p>
          <a:p>
            <a:r>
              <a:t>at a fraction of the cost.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
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beats all of 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beats a 18-model blend — at a sixteenth of the compute and with no labelled data to collect. Ensembling is the right answer only when nothing may leave at all; then it is worth about a quarter of the gap.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